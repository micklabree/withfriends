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4"/>
  </p:notesMasterIdLst>
  <p:sldIdLst>
    <p:sldId id="256" r:id="rId5"/>
    <p:sldId id="257" r:id="rId6"/>
    <p:sldId id="258" r:id="rId7"/>
    <p:sldId id="259" r:id="rId8"/>
    <p:sldId id="260" r:id="rId9"/>
    <p:sldId id="261" r:id="rId10"/>
    <p:sldId id="262" r:id="rId11"/>
    <p:sldId id="263" r:id="rId12"/>
    <p:sldId id="264" r:id="rId13"/>
  </p:sldIdLst>
  <p:sldSz cx="9144000" cy="5143500" type="screen16x9"/>
  <p:notesSz cx="6858000" cy="9144000"/>
  <p:embeddedFontLst>
    <p:embeddedFont>
      <p:font typeface="Amatic SC" panose="020B0604020202020204" charset="-79"/>
      <p:regular r:id="rId15"/>
      <p:bold r:id="rId16"/>
    </p:embeddedFont>
    <p:embeddedFont>
      <p:font typeface="Source Code Pro" panose="020B060402020202020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F0E2-0F7F-4D1C-967C-C70AAADB10DB}" v="6" dt="2022-04-01T13:31:35.2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 userId="33b5b86c-902c-43fc-8760-a418d79c65c5" providerId="ADAL" clId="{5597F0E2-0F7F-4D1C-967C-C70AAADB10DB}"/>
    <pc:docChg chg="custSel modSld">
      <pc:chgData name="Max" userId="33b5b86c-902c-43fc-8760-a418d79c65c5" providerId="ADAL" clId="{5597F0E2-0F7F-4D1C-967C-C70AAADB10DB}" dt="2022-04-01T13:31:35.289" v="1" actId="27636"/>
      <pc:docMkLst>
        <pc:docMk/>
      </pc:docMkLst>
      <pc:sldChg chg="modSp mod">
        <pc:chgData name="Max" userId="33b5b86c-902c-43fc-8760-a418d79c65c5" providerId="ADAL" clId="{5597F0E2-0F7F-4D1C-967C-C70AAADB10DB}" dt="2022-04-01T13:31:35.253" v="0" actId="27636"/>
        <pc:sldMkLst>
          <pc:docMk/>
          <pc:sldMk cId="0" sldId="257"/>
        </pc:sldMkLst>
        <pc:spChg chg="mod">
          <ac:chgData name="Max" userId="33b5b86c-902c-43fc-8760-a418d79c65c5" providerId="ADAL" clId="{5597F0E2-0F7F-4D1C-967C-C70AAADB10DB}" dt="2022-04-01T13:31:35.253" v="0" actId="27636"/>
          <ac:spMkLst>
            <pc:docMk/>
            <pc:sldMk cId="0" sldId="257"/>
            <ac:spMk id="66" creationId="{00000000-0000-0000-0000-000000000000}"/>
          </ac:spMkLst>
        </pc:spChg>
      </pc:sldChg>
      <pc:sldChg chg="modSp mod">
        <pc:chgData name="Max" userId="33b5b86c-902c-43fc-8760-a418d79c65c5" providerId="ADAL" clId="{5597F0E2-0F7F-4D1C-967C-C70AAADB10DB}" dt="2022-04-01T13:31:35.289" v="1" actId="27636"/>
        <pc:sldMkLst>
          <pc:docMk/>
          <pc:sldMk cId="0" sldId="263"/>
        </pc:sldMkLst>
        <pc:spChg chg="mod">
          <ac:chgData name="Max" userId="33b5b86c-902c-43fc-8760-a418d79c65c5" providerId="ADAL" clId="{5597F0E2-0F7F-4D1C-967C-C70AAADB10DB}" dt="2022-04-01T13:31:35.289" v="1" actId="27636"/>
          <ac:spMkLst>
            <pc:docMk/>
            <pc:sldMk cId="0" sldId="263"/>
            <ac:spMk id="1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20d957da3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20d957da3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20d957da3f_0_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20d957da3f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212f2691d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212f2691d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20d957da3f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0d957da3f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20d957da3f_0_6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20d957da3f_0_6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20d957da3f_0_7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20d957da3f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20d957da3f_0_7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20d957da3f_0_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0d957da3f_0_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20d957da3f_0_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0"/>
              </a:spcBef>
              <a:spcAft>
                <a:spcPts val="0"/>
              </a:spcAft>
              <a:buClr>
                <a:schemeClr val="accent1"/>
              </a:buClr>
              <a:buSzPts val="1400"/>
              <a:buChar char="○"/>
              <a:defRPr>
                <a:solidFill>
                  <a:schemeClr val="accent1"/>
                </a:solidFill>
                <a:highlight>
                  <a:schemeClr val="lt1"/>
                </a:highlight>
              </a:defRPr>
            </a:lvl2pPr>
            <a:lvl3pPr marL="1371600" lvl="2" indent="-317500">
              <a:spcBef>
                <a:spcPts val="0"/>
              </a:spcBef>
              <a:spcAft>
                <a:spcPts val="0"/>
              </a:spcAft>
              <a:buClr>
                <a:schemeClr val="accent1"/>
              </a:buClr>
              <a:buSzPts val="1400"/>
              <a:buChar char="■"/>
              <a:defRPr>
                <a:solidFill>
                  <a:schemeClr val="accent1"/>
                </a:solidFill>
                <a:highlight>
                  <a:schemeClr val="lt1"/>
                </a:highlight>
              </a:defRPr>
            </a:lvl3pPr>
            <a:lvl4pPr marL="1828800" lvl="3" indent="-317500">
              <a:spcBef>
                <a:spcPts val="0"/>
              </a:spcBef>
              <a:spcAft>
                <a:spcPts val="0"/>
              </a:spcAft>
              <a:buClr>
                <a:schemeClr val="accent1"/>
              </a:buClr>
              <a:buSzPts val="1400"/>
              <a:buChar char="●"/>
              <a:defRPr>
                <a:solidFill>
                  <a:schemeClr val="accent1"/>
                </a:solidFill>
                <a:highlight>
                  <a:schemeClr val="lt1"/>
                </a:highlight>
              </a:defRPr>
            </a:lvl4pPr>
            <a:lvl5pPr marL="2286000" lvl="4" indent="-317500">
              <a:spcBef>
                <a:spcPts val="0"/>
              </a:spcBef>
              <a:spcAft>
                <a:spcPts val="0"/>
              </a:spcAft>
              <a:buClr>
                <a:schemeClr val="accent1"/>
              </a:buClr>
              <a:buSzPts val="1400"/>
              <a:buChar char="○"/>
              <a:defRPr>
                <a:solidFill>
                  <a:schemeClr val="accent1"/>
                </a:solidFill>
                <a:highlight>
                  <a:schemeClr val="lt1"/>
                </a:highlight>
              </a:defRPr>
            </a:lvl5pPr>
            <a:lvl6pPr marL="2743200" lvl="5" indent="-317500">
              <a:spcBef>
                <a:spcPts val="0"/>
              </a:spcBef>
              <a:spcAft>
                <a:spcPts val="0"/>
              </a:spcAft>
              <a:buClr>
                <a:schemeClr val="accent1"/>
              </a:buClr>
              <a:buSzPts val="1400"/>
              <a:buChar char="■"/>
              <a:defRPr>
                <a:solidFill>
                  <a:schemeClr val="accent1"/>
                </a:solidFill>
                <a:highlight>
                  <a:schemeClr val="lt1"/>
                </a:highlight>
              </a:defRPr>
            </a:lvl6pPr>
            <a:lvl7pPr marL="3200400" lvl="6" indent="-317500">
              <a:spcBef>
                <a:spcPts val="0"/>
              </a:spcBef>
              <a:spcAft>
                <a:spcPts val="0"/>
              </a:spcAft>
              <a:buClr>
                <a:schemeClr val="accent1"/>
              </a:buClr>
              <a:buSzPts val="1400"/>
              <a:buChar char="●"/>
              <a:defRPr>
                <a:solidFill>
                  <a:schemeClr val="accent1"/>
                </a:solidFill>
                <a:highlight>
                  <a:schemeClr val="lt1"/>
                </a:highlight>
              </a:defRPr>
            </a:lvl7pPr>
            <a:lvl8pPr marL="3657600" lvl="7" indent="-317500">
              <a:spcBef>
                <a:spcPts val="0"/>
              </a:spcBef>
              <a:spcAft>
                <a:spcPts val="0"/>
              </a:spcAft>
              <a:buClr>
                <a:schemeClr val="accent1"/>
              </a:buClr>
              <a:buSzPts val="1400"/>
              <a:buChar char="○"/>
              <a:defRPr>
                <a:solidFill>
                  <a:schemeClr val="accent1"/>
                </a:solidFill>
                <a:highlight>
                  <a:schemeClr val="lt1"/>
                </a:highlight>
              </a:defRPr>
            </a:lvl8pPr>
            <a:lvl9pPr marL="4114800" lvl="8" indent="-317500">
              <a:spcBef>
                <a:spcPts val="0"/>
              </a:spcBef>
              <a:spcAft>
                <a:spcPts val="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0"/>
              </a:spcBef>
              <a:spcAft>
                <a:spcPts val="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4047125" y="1220850"/>
            <a:ext cx="1336150" cy="825175"/>
          </a:xfrm>
          <a:prstGeom prst="rect">
            <a:avLst/>
          </a:prstGeom>
          <a:noFill/>
          <a:ln>
            <a:noFill/>
          </a:ln>
          <a:effectLst>
            <a:outerShdw blurRad="57150" dist="19050" dir="5400000" algn="bl" rotWithShape="0">
              <a:srgbClr val="000000">
                <a:alpha val="50000"/>
              </a:srgbClr>
            </a:outerShdw>
          </a:effectLst>
        </p:spPr>
      </p:pic>
      <p:sp>
        <p:nvSpPr>
          <p:cNvPr id="57" name="Google Shape;57;p13"/>
          <p:cNvSpPr txBox="1">
            <a:spLocks noGrp="1"/>
          </p:cNvSpPr>
          <p:nvPr>
            <p:ph type="ctrTitle"/>
          </p:nvPr>
        </p:nvSpPr>
        <p:spPr>
          <a:xfrm>
            <a:off x="2295850" y="1951350"/>
            <a:ext cx="4838700" cy="1240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a:t>W / Friends</a:t>
            </a:r>
            <a:endParaRPr/>
          </a:p>
        </p:txBody>
      </p:sp>
      <p:sp>
        <p:nvSpPr>
          <p:cNvPr id="58" name="Google Shape;58;p13"/>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Keep in touch everywhere with your friends!</a:t>
            </a:r>
            <a:endParaRPr/>
          </a:p>
        </p:txBody>
      </p:sp>
      <p:sp>
        <p:nvSpPr>
          <p:cNvPr id="59" name="Google Shape;59;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a:t>
            </a:fld>
            <a:endParaRPr sz="2000" b="1"/>
          </a:p>
        </p:txBody>
      </p:sp>
      <p:pic>
        <p:nvPicPr>
          <p:cNvPr id="60" name="Google Shape;60;p13"/>
          <p:cNvPicPr preferRelativeResize="0"/>
          <p:nvPr/>
        </p:nvPicPr>
        <p:blipFill>
          <a:blip r:embed="rId4">
            <a:alphaModFix/>
          </a:blip>
          <a:stretch>
            <a:fillRect/>
          </a:stretch>
        </p:blipFill>
        <p:spPr>
          <a:xfrm>
            <a:off x="5570575" y="625938"/>
            <a:ext cx="2766775" cy="503050"/>
          </a:xfrm>
          <a:prstGeom prst="rect">
            <a:avLst/>
          </a:prstGeom>
          <a:noFill/>
          <a:ln>
            <a:noFill/>
          </a:ln>
        </p:spPr>
      </p:pic>
      <p:pic>
        <p:nvPicPr>
          <p:cNvPr id="61" name="Google Shape;61;p13"/>
          <p:cNvPicPr preferRelativeResize="0"/>
          <p:nvPr/>
        </p:nvPicPr>
        <p:blipFill>
          <a:blip r:embed="rId5">
            <a:alphaModFix/>
          </a:blip>
          <a:stretch>
            <a:fillRect/>
          </a:stretch>
        </p:blipFill>
        <p:spPr>
          <a:xfrm>
            <a:off x="1404125" y="272625"/>
            <a:ext cx="1219200" cy="120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body" idx="1"/>
          </p:nvPr>
        </p:nvSpPr>
        <p:spPr>
          <a:xfrm>
            <a:off x="3244150" y="1243175"/>
            <a:ext cx="5058000" cy="32463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sz="2000"/>
              <a:t>3. Introduction</a:t>
            </a:r>
            <a:endParaRPr sz="2000"/>
          </a:p>
          <a:p>
            <a:pPr marL="0" lvl="0" indent="0" algn="l" rtl="0">
              <a:spcBef>
                <a:spcPts val="1200"/>
              </a:spcBef>
              <a:spcAft>
                <a:spcPts val="0"/>
              </a:spcAft>
              <a:buNone/>
            </a:pPr>
            <a:r>
              <a:rPr lang="en-GB" sz="2000"/>
              <a:t>4. HomePage Style</a:t>
            </a:r>
            <a:endParaRPr sz="2000"/>
          </a:p>
          <a:p>
            <a:pPr marL="0" lvl="0" indent="0" algn="l" rtl="0">
              <a:spcBef>
                <a:spcPts val="1200"/>
              </a:spcBef>
              <a:spcAft>
                <a:spcPts val="0"/>
              </a:spcAft>
              <a:buNone/>
            </a:pPr>
            <a:r>
              <a:rPr lang="en-GB" sz="2000"/>
              <a:t>5. Database</a:t>
            </a:r>
            <a:endParaRPr sz="2000"/>
          </a:p>
          <a:p>
            <a:pPr marL="0" lvl="0" indent="0" algn="l" rtl="0">
              <a:spcBef>
                <a:spcPts val="1200"/>
              </a:spcBef>
              <a:spcAft>
                <a:spcPts val="0"/>
              </a:spcAft>
              <a:buNone/>
            </a:pPr>
            <a:r>
              <a:rPr lang="en-GB" sz="2000"/>
              <a:t>6. Firewall Rules</a:t>
            </a:r>
            <a:endParaRPr sz="2000"/>
          </a:p>
          <a:p>
            <a:pPr marL="0" lvl="0" indent="0" algn="l" rtl="0">
              <a:spcBef>
                <a:spcPts val="1200"/>
              </a:spcBef>
              <a:spcAft>
                <a:spcPts val="0"/>
              </a:spcAft>
              <a:buNone/>
            </a:pPr>
            <a:r>
              <a:rPr lang="en-GB" sz="2000"/>
              <a:t>7. Guntt Chart</a:t>
            </a:r>
            <a:endParaRPr sz="2000"/>
          </a:p>
          <a:p>
            <a:pPr marL="0" lvl="0" indent="0" algn="l" rtl="0">
              <a:spcBef>
                <a:spcPts val="1200"/>
              </a:spcBef>
              <a:spcAft>
                <a:spcPts val="0"/>
              </a:spcAft>
              <a:buNone/>
            </a:pPr>
            <a:r>
              <a:rPr lang="en-GB" sz="2000"/>
              <a:t>8. Expectations</a:t>
            </a:r>
            <a:endParaRPr sz="2000"/>
          </a:p>
          <a:p>
            <a:pPr marL="0" lvl="0" indent="0" algn="l" rtl="0">
              <a:spcBef>
                <a:spcPts val="1200"/>
              </a:spcBef>
              <a:spcAft>
                <a:spcPts val="1200"/>
              </a:spcAft>
              <a:buNone/>
            </a:pPr>
            <a:r>
              <a:rPr lang="en-GB" sz="2000"/>
              <a:t>9. Conclusion</a:t>
            </a:r>
            <a:endParaRPr sz="2000"/>
          </a:p>
        </p:txBody>
      </p:sp>
      <p:sp>
        <p:nvSpPr>
          <p:cNvPr id="67" name="Google Shape;67;p14"/>
          <p:cNvSpPr txBox="1"/>
          <p:nvPr/>
        </p:nvSpPr>
        <p:spPr>
          <a:xfrm>
            <a:off x="920300" y="227975"/>
            <a:ext cx="72948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4200" b="1">
                <a:solidFill>
                  <a:schemeClr val="accent1"/>
                </a:solidFill>
                <a:latin typeface="Amatic SC"/>
                <a:ea typeface="Amatic SC"/>
                <a:cs typeface="Amatic SC"/>
                <a:sym typeface="Amatic SC"/>
              </a:rPr>
              <a:t>Index</a:t>
            </a:r>
            <a:endParaRPr/>
          </a:p>
        </p:txBody>
      </p:sp>
      <p:sp>
        <p:nvSpPr>
          <p:cNvPr id="68" name="Google Shape;6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1900" b="1"/>
              <a:t>2</a:t>
            </a:fld>
            <a:endParaRPr sz="1900" b="1"/>
          </a:p>
        </p:txBody>
      </p:sp>
      <p:pic>
        <p:nvPicPr>
          <p:cNvPr id="69" name="Google Shape;69;p14"/>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Netherlands Project</a:t>
            </a:r>
            <a:endParaRPr/>
          </a:p>
          <a:p>
            <a:pPr marL="0" lvl="0" indent="0" algn="l" rtl="0">
              <a:spcBef>
                <a:spcPts val="0"/>
              </a:spcBef>
              <a:spcAft>
                <a:spcPts val="0"/>
              </a:spcAft>
              <a:buNone/>
            </a:pPr>
            <a:endParaRPr/>
          </a:p>
        </p:txBody>
      </p:sp>
      <p:sp>
        <p:nvSpPr>
          <p:cNvPr id="75" name="Google Shape;75;p15"/>
          <p:cNvSpPr txBox="1">
            <a:spLocks noGrp="1"/>
          </p:cNvSpPr>
          <p:nvPr>
            <p:ph type="body" idx="1"/>
          </p:nvPr>
        </p:nvSpPr>
        <p:spPr>
          <a:xfrm>
            <a:off x="-58500" y="1197425"/>
            <a:ext cx="8790300" cy="3760500"/>
          </a:xfrm>
          <a:prstGeom prst="rect">
            <a:avLst/>
          </a:prstGeom>
        </p:spPr>
        <p:txBody>
          <a:bodyPr spcFirstLastPara="1" wrap="square" lIns="91425" tIns="91425" rIns="91425" bIns="91425" anchor="t" anchorCtr="0">
            <a:normAutofit fontScale="70000" lnSpcReduction="20000"/>
          </a:bodyPr>
          <a:lstStyle/>
          <a:p>
            <a:pPr marL="450000" lvl="0" indent="0" algn="l" rtl="0">
              <a:spcBef>
                <a:spcPts val="0"/>
              </a:spcBef>
              <a:spcAft>
                <a:spcPts val="0"/>
              </a:spcAft>
              <a:buNone/>
            </a:pPr>
            <a:r>
              <a:rPr lang="en-GB"/>
              <a:t>This project is a collaboration between “</a:t>
            </a:r>
            <a:r>
              <a:rPr lang="en-GB" b="1"/>
              <a:t>mboRijnland</a:t>
            </a:r>
            <a:r>
              <a:rPr lang="en-GB"/>
              <a:t>” and “</a:t>
            </a:r>
            <a:r>
              <a:rPr lang="en-GB" b="1"/>
              <a:t>City College of Plymouth</a:t>
            </a:r>
            <a:r>
              <a:rPr lang="en-GB"/>
              <a:t>” that allows students to work and learn together. </a:t>
            </a:r>
            <a:endParaRPr/>
          </a:p>
          <a:p>
            <a:pPr marL="450000" lvl="0" indent="0" algn="l" rtl="0">
              <a:spcBef>
                <a:spcPts val="600"/>
              </a:spcBef>
              <a:spcAft>
                <a:spcPts val="0"/>
              </a:spcAft>
              <a:buNone/>
            </a:pPr>
            <a:r>
              <a:rPr lang="en-GB" sz="1700"/>
              <a:t>The web application we are developing is called “W/ Friends”.</a:t>
            </a:r>
            <a:endParaRPr sz="1700"/>
          </a:p>
          <a:p>
            <a:pPr marL="450000" lvl="0" indent="0" algn="l" rtl="0">
              <a:spcBef>
                <a:spcPts val="600"/>
              </a:spcBef>
              <a:spcAft>
                <a:spcPts val="0"/>
              </a:spcAft>
              <a:buNone/>
            </a:pPr>
            <a:r>
              <a:rPr lang="en-GB" sz="1700"/>
              <a:t>It is a web social application with the practical main function designed to help friends meet. </a:t>
            </a:r>
            <a:endParaRPr sz="1700"/>
          </a:p>
          <a:p>
            <a:pPr marL="450000" lvl="0" indent="0" algn="l" rtl="0">
              <a:spcBef>
                <a:spcPts val="600"/>
              </a:spcBef>
              <a:spcAft>
                <a:spcPts val="0"/>
              </a:spcAft>
              <a:buNone/>
            </a:pPr>
            <a:r>
              <a:rPr lang="en-GB" sz="1700"/>
              <a:t>The map based software will show you where your “friends” are and will allow to chat with them and set meeting points for specific events. In addition, users are also able to write specific tailored reviews of places such as restaurants, pubs, clubs and shops created by your “friends”.  </a:t>
            </a:r>
            <a:endParaRPr sz="1700"/>
          </a:p>
          <a:p>
            <a:pPr marL="1260000" lvl="0" indent="-304164" algn="l" rtl="0">
              <a:spcBef>
                <a:spcPts val="1200"/>
              </a:spcBef>
              <a:spcAft>
                <a:spcPts val="0"/>
              </a:spcAft>
              <a:buClr>
                <a:srgbClr val="434343"/>
              </a:buClr>
              <a:buSzPct val="100000"/>
              <a:buFont typeface="Source Code Pro"/>
              <a:buChar char="●"/>
            </a:pPr>
            <a:r>
              <a:rPr lang="en-GB" sz="1700"/>
              <a:t>Pick a place to meet your friends (GPS system)</a:t>
            </a:r>
            <a:endParaRPr sz="1700"/>
          </a:p>
          <a:p>
            <a:pPr marL="1260000" lvl="0" indent="-304164" algn="l" rtl="0">
              <a:spcBef>
                <a:spcPts val="0"/>
              </a:spcBef>
              <a:spcAft>
                <a:spcPts val="0"/>
              </a:spcAft>
              <a:buClr>
                <a:srgbClr val="434343"/>
              </a:buClr>
              <a:buSzPct val="100000"/>
              <a:buFont typeface="Source Code Pro"/>
              <a:buChar char="●"/>
            </a:pPr>
            <a:r>
              <a:rPr lang="en-GB" sz="1700"/>
              <a:t>See where your friends are going to </a:t>
            </a:r>
            <a:endParaRPr sz="1700"/>
          </a:p>
          <a:p>
            <a:pPr marL="1260000" lvl="0" indent="-304164" algn="l" rtl="0">
              <a:spcBef>
                <a:spcPts val="0"/>
              </a:spcBef>
              <a:spcAft>
                <a:spcPts val="0"/>
              </a:spcAft>
              <a:buClr>
                <a:srgbClr val="434343"/>
              </a:buClr>
              <a:buSzPct val="100000"/>
              <a:buFont typeface="Source Code Pro"/>
              <a:buChar char="●"/>
            </a:pPr>
            <a:r>
              <a:rPr lang="en-GB" sz="1700"/>
              <a:t>Personal specific recommendations/ratings of places on the map </a:t>
            </a:r>
            <a:endParaRPr sz="1700"/>
          </a:p>
          <a:p>
            <a:pPr marL="1260000" lvl="0" indent="-304164" algn="l" rtl="0">
              <a:spcBef>
                <a:spcPts val="0"/>
              </a:spcBef>
              <a:spcAft>
                <a:spcPts val="0"/>
              </a:spcAft>
              <a:buClr>
                <a:srgbClr val="434343"/>
              </a:buClr>
              <a:buSzPct val="100000"/>
              <a:buFont typeface="Arial"/>
              <a:buChar char="●"/>
            </a:pPr>
            <a:r>
              <a:rPr lang="en-GB" sz="1700"/>
              <a:t>Our target audience is age 16+</a:t>
            </a:r>
            <a:endParaRPr sz="1700"/>
          </a:p>
          <a:p>
            <a:pPr marL="1260000" lvl="0" indent="-304164" algn="l" rtl="0">
              <a:spcBef>
                <a:spcPts val="0"/>
              </a:spcBef>
              <a:spcAft>
                <a:spcPts val="0"/>
              </a:spcAft>
              <a:buClr>
                <a:srgbClr val="434343"/>
              </a:buClr>
              <a:buSzPct val="100000"/>
              <a:buFont typeface="Source Code Pro"/>
              <a:buChar char="●"/>
            </a:pPr>
            <a:r>
              <a:rPr lang="en-GB" sz="1700"/>
              <a:t>6-digit code to add each other as friends (QR code can be added to manage friend requests) </a:t>
            </a:r>
            <a:endParaRPr sz="1700"/>
          </a:p>
          <a:p>
            <a:pPr marL="1260000" lvl="0" indent="-304164" algn="l" rtl="0">
              <a:spcBef>
                <a:spcPts val="0"/>
              </a:spcBef>
              <a:spcAft>
                <a:spcPts val="0"/>
              </a:spcAft>
              <a:buClr>
                <a:srgbClr val="434343"/>
              </a:buClr>
              <a:buSzPct val="100000"/>
              <a:buFont typeface="Source Code Pro"/>
              <a:buChar char="●"/>
            </a:pPr>
            <a:r>
              <a:rPr lang="en-GB" sz="1700"/>
              <a:t>Secure login/register page (CAPTCHA I am not a robot)</a:t>
            </a:r>
            <a:endParaRPr sz="1700"/>
          </a:p>
          <a:p>
            <a:pPr marL="1260000" lvl="0" indent="-304164" algn="l" rtl="0">
              <a:spcBef>
                <a:spcPts val="0"/>
              </a:spcBef>
              <a:spcAft>
                <a:spcPts val="0"/>
              </a:spcAft>
              <a:buClr>
                <a:srgbClr val="434343"/>
              </a:buClr>
              <a:buSzPct val="100000"/>
              <a:buFont typeface="Source Code Pro"/>
              <a:buChar char="●"/>
            </a:pPr>
            <a:r>
              <a:rPr lang="en-GB" sz="1700"/>
              <a:t>Chat with people in proximity. </a:t>
            </a:r>
            <a:endParaRPr/>
          </a:p>
        </p:txBody>
      </p:sp>
      <p:sp>
        <p:nvSpPr>
          <p:cNvPr id="76" name="Google Shape;76;p15"/>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3</a:t>
            </a:fld>
            <a:endParaRPr sz="2000" b="1"/>
          </a:p>
        </p:txBody>
      </p:sp>
      <p:pic>
        <p:nvPicPr>
          <p:cNvPr id="78" name="Google Shape;78;p15"/>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Homepage style</a:t>
            </a:r>
            <a:endParaRPr/>
          </a:p>
          <a:p>
            <a:pPr marL="0" lvl="0" indent="0" algn="l" rtl="0">
              <a:spcBef>
                <a:spcPts val="0"/>
              </a:spcBef>
              <a:spcAft>
                <a:spcPts val="0"/>
              </a:spcAft>
              <a:buNone/>
            </a:pPr>
            <a:endParaRPr/>
          </a:p>
        </p:txBody>
      </p:sp>
      <p:sp>
        <p:nvSpPr>
          <p:cNvPr id="84" name="Google Shape;84;p16"/>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85" name="Google Shape;8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4</a:t>
            </a:fld>
            <a:endParaRPr sz="2000" b="1"/>
          </a:p>
        </p:txBody>
      </p:sp>
      <p:pic>
        <p:nvPicPr>
          <p:cNvPr id="86" name="Google Shape;86;p16"/>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87" name="Google Shape;87;p16"/>
          <p:cNvPicPr preferRelativeResize="0"/>
          <p:nvPr/>
        </p:nvPicPr>
        <p:blipFill>
          <a:blip r:embed="rId4">
            <a:alphaModFix/>
          </a:blip>
          <a:stretch>
            <a:fillRect/>
          </a:stretch>
        </p:blipFill>
        <p:spPr>
          <a:xfrm>
            <a:off x="822525" y="1144700"/>
            <a:ext cx="7577371" cy="3744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Database</a:t>
            </a:r>
            <a:endParaRPr/>
          </a:p>
        </p:txBody>
      </p:sp>
      <p:sp>
        <p:nvSpPr>
          <p:cNvPr id="93" name="Google Shape;9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5</a:t>
            </a:fld>
            <a:endParaRPr sz="2000" b="1"/>
          </a:p>
        </p:txBody>
      </p:sp>
      <p:pic>
        <p:nvPicPr>
          <p:cNvPr id="94" name="Google Shape;94;p17"/>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95" name="Google Shape;95;p17"/>
          <p:cNvPicPr preferRelativeResize="0"/>
          <p:nvPr/>
        </p:nvPicPr>
        <p:blipFill>
          <a:blip r:embed="rId4">
            <a:alphaModFix/>
          </a:blip>
          <a:stretch>
            <a:fillRect/>
          </a:stretch>
        </p:blipFill>
        <p:spPr>
          <a:xfrm>
            <a:off x="2606825" y="1021350"/>
            <a:ext cx="4016600" cy="39605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Firewall rules</a:t>
            </a:r>
            <a:endParaRPr/>
          </a:p>
        </p:txBody>
      </p:sp>
      <p:sp>
        <p:nvSpPr>
          <p:cNvPr id="101" name="Google Shape;10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6</a:t>
            </a:fld>
            <a:endParaRPr sz="2000" b="1"/>
          </a:p>
        </p:txBody>
      </p:sp>
      <p:pic>
        <p:nvPicPr>
          <p:cNvPr id="102" name="Google Shape;102;p18"/>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103" name="Google Shape;103;p18"/>
          <p:cNvPicPr preferRelativeResize="0"/>
          <p:nvPr/>
        </p:nvPicPr>
        <p:blipFill>
          <a:blip r:embed="rId4">
            <a:alphaModFix/>
          </a:blip>
          <a:stretch>
            <a:fillRect/>
          </a:stretch>
        </p:blipFill>
        <p:spPr>
          <a:xfrm>
            <a:off x="1214800" y="1093850"/>
            <a:ext cx="3222220" cy="3858075"/>
          </a:xfrm>
          <a:prstGeom prst="rect">
            <a:avLst/>
          </a:prstGeom>
          <a:noFill/>
          <a:ln>
            <a:noFill/>
          </a:ln>
        </p:spPr>
      </p:pic>
      <p:pic>
        <p:nvPicPr>
          <p:cNvPr id="104" name="Google Shape;104;p18"/>
          <p:cNvPicPr preferRelativeResize="0"/>
          <p:nvPr/>
        </p:nvPicPr>
        <p:blipFill>
          <a:blip r:embed="rId5">
            <a:alphaModFix/>
          </a:blip>
          <a:stretch>
            <a:fillRect/>
          </a:stretch>
        </p:blipFill>
        <p:spPr>
          <a:xfrm>
            <a:off x="5150050" y="1093850"/>
            <a:ext cx="2499275" cy="38580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50550" y="148575"/>
            <a:ext cx="21258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Guntt Chart</a:t>
            </a:r>
            <a:endParaRPr/>
          </a:p>
        </p:txBody>
      </p:sp>
      <p:sp>
        <p:nvSpPr>
          <p:cNvPr id="110" name="Google Shape;11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7</a:t>
            </a:fld>
            <a:endParaRPr sz="2000" b="1"/>
          </a:p>
        </p:txBody>
      </p:sp>
      <p:pic>
        <p:nvPicPr>
          <p:cNvPr id="111" name="Google Shape;111;p19"/>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112" name="Google Shape;112;p19"/>
          <p:cNvPicPr preferRelativeResize="0"/>
          <p:nvPr/>
        </p:nvPicPr>
        <p:blipFill>
          <a:blip r:embed="rId4">
            <a:alphaModFix/>
          </a:blip>
          <a:stretch>
            <a:fillRect/>
          </a:stretch>
        </p:blipFill>
        <p:spPr>
          <a:xfrm>
            <a:off x="101550" y="3486025"/>
            <a:ext cx="4401526" cy="1064628"/>
          </a:xfrm>
          <a:prstGeom prst="rect">
            <a:avLst/>
          </a:prstGeom>
          <a:noFill/>
          <a:ln>
            <a:noFill/>
          </a:ln>
        </p:spPr>
      </p:pic>
      <p:pic>
        <p:nvPicPr>
          <p:cNvPr id="113" name="Google Shape;113;p19"/>
          <p:cNvPicPr preferRelativeResize="0"/>
          <p:nvPr/>
        </p:nvPicPr>
        <p:blipFill>
          <a:blip r:embed="rId5">
            <a:alphaModFix/>
          </a:blip>
          <a:stretch>
            <a:fillRect/>
          </a:stretch>
        </p:blipFill>
        <p:spPr>
          <a:xfrm>
            <a:off x="101550" y="1292125"/>
            <a:ext cx="4401525" cy="1841850"/>
          </a:xfrm>
          <a:prstGeom prst="rect">
            <a:avLst/>
          </a:prstGeom>
          <a:noFill/>
          <a:ln>
            <a:noFill/>
          </a:ln>
        </p:spPr>
      </p:pic>
      <p:pic>
        <p:nvPicPr>
          <p:cNvPr id="114" name="Google Shape;114;p19"/>
          <p:cNvPicPr preferRelativeResize="0"/>
          <p:nvPr/>
        </p:nvPicPr>
        <p:blipFill>
          <a:blip r:embed="rId6">
            <a:alphaModFix/>
          </a:blip>
          <a:stretch>
            <a:fillRect/>
          </a:stretch>
        </p:blipFill>
        <p:spPr>
          <a:xfrm>
            <a:off x="4609500" y="1292125"/>
            <a:ext cx="4419292" cy="1841850"/>
          </a:xfrm>
          <a:prstGeom prst="rect">
            <a:avLst/>
          </a:prstGeom>
          <a:noFill/>
          <a:ln>
            <a:noFill/>
          </a:ln>
        </p:spPr>
      </p:pic>
      <p:pic>
        <p:nvPicPr>
          <p:cNvPr id="115" name="Google Shape;115;p19"/>
          <p:cNvPicPr preferRelativeResize="0"/>
          <p:nvPr/>
        </p:nvPicPr>
        <p:blipFill>
          <a:blip r:embed="rId7">
            <a:alphaModFix/>
          </a:blip>
          <a:stretch>
            <a:fillRect/>
          </a:stretch>
        </p:blipFill>
        <p:spPr>
          <a:xfrm>
            <a:off x="4601850" y="3486013"/>
            <a:ext cx="4434592" cy="825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Expectations</a:t>
            </a:r>
            <a:endParaRPr/>
          </a:p>
        </p:txBody>
      </p:sp>
      <p:sp>
        <p:nvSpPr>
          <p:cNvPr id="121" name="Google Shape;121;p20"/>
          <p:cNvSpPr txBox="1">
            <a:spLocks noGrp="1"/>
          </p:cNvSpPr>
          <p:nvPr>
            <p:ph type="body" idx="1"/>
          </p:nvPr>
        </p:nvSpPr>
        <p:spPr>
          <a:xfrm>
            <a:off x="877825" y="1482575"/>
            <a:ext cx="7544700" cy="33402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GB" sz="2133"/>
              <a:t>For this project our expectations are:</a:t>
            </a:r>
            <a:endParaRPr sz="2133"/>
          </a:p>
          <a:p>
            <a:pPr marL="540000" lvl="0" indent="-343775" algn="l" rtl="0">
              <a:lnSpc>
                <a:spcPct val="150000"/>
              </a:lnSpc>
              <a:spcBef>
                <a:spcPts val="1200"/>
              </a:spcBef>
              <a:spcAft>
                <a:spcPts val="0"/>
              </a:spcAft>
              <a:buSzPct val="100000"/>
              <a:buChar char="●"/>
            </a:pPr>
            <a:r>
              <a:rPr lang="en-GB" sz="2133"/>
              <a:t>Understanding how to work in teams</a:t>
            </a:r>
            <a:endParaRPr sz="2133"/>
          </a:p>
          <a:p>
            <a:pPr marL="540000" lvl="0" indent="-343775" algn="l" rtl="0">
              <a:lnSpc>
                <a:spcPct val="150000"/>
              </a:lnSpc>
              <a:spcBef>
                <a:spcPts val="0"/>
              </a:spcBef>
              <a:spcAft>
                <a:spcPts val="0"/>
              </a:spcAft>
              <a:buSzPct val="100000"/>
              <a:buChar char="●"/>
            </a:pPr>
            <a:r>
              <a:rPr lang="en-GB" sz="2133"/>
              <a:t>Learning about several technologies </a:t>
            </a:r>
            <a:endParaRPr sz="2133"/>
          </a:p>
          <a:p>
            <a:pPr marL="540000" lvl="0" indent="-343775" algn="l" rtl="0">
              <a:lnSpc>
                <a:spcPct val="150000"/>
              </a:lnSpc>
              <a:spcBef>
                <a:spcPts val="0"/>
              </a:spcBef>
              <a:spcAft>
                <a:spcPts val="0"/>
              </a:spcAft>
              <a:buSzPct val="100000"/>
              <a:buChar char="●"/>
            </a:pPr>
            <a:r>
              <a:rPr lang="en-GB" sz="2133"/>
              <a:t>Delivering an almost fully prototype implementing complex features (time might affect our product)</a:t>
            </a:r>
            <a:endParaRPr sz="2133"/>
          </a:p>
          <a:p>
            <a:pPr marL="540000" lvl="0" indent="-343775" algn="l" rtl="0">
              <a:lnSpc>
                <a:spcPct val="150000"/>
              </a:lnSpc>
              <a:spcBef>
                <a:spcPts val="0"/>
              </a:spcBef>
              <a:spcAft>
                <a:spcPts val="0"/>
              </a:spcAft>
              <a:buSzPct val="100000"/>
              <a:buChar char="●"/>
            </a:pPr>
            <a:r>
              <a:rPr lang="en-GB" sz="2133"/>
              <a:t>Make new friends!</a:t>
            </a:r>
            <a:endParaRPr sz="2133"/>
          </a:p>
          <a:p>
            <a:pPr marL="0" lvl="0" indent="0" algn="ctr" rtl="0">
              <a:spcBef>
                <a:spcPts val="1200"/>
              </a:spcBef>
              <a:spcAft>
                <a:spcPts val="0"/>
              </a:spcAft>
              <a:buNone/>
            </a:pPr>
            <a:endParaRPr sz="3300"/>
          </a:p>
          <a:p>
            <a:pPr marL="457200" lvl="0" indent="0" algn="l" rtl="0">
              <a:spcBef>
                <a:spcPts val="1200"/>
              </a:spcBef>
              <a:spcAft>
                <a:spcPts val="1200"/>
              </a:spcAft>
              <a:buNone/>
            </a:pPr>
            <a:endParaRPr/>
          </a:p>
        </p:txBody>
      </p:sp>
      <p:sp>
        <p:nvSpPr>
          <p:cNvPr id="122" name="Google Shape;12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8</a:t>
            </a:fld>
            <a:endParaRPr sz="2000" b="1"/>
          </a:p>
        </p:txBody>
      </p:sp>
      <p:pic>
        <p:nvPicPr>
          <p:cNvPr id="123" name="Google Shape;123;p20"/>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Conclusion</a:t>
            </a:r>
            <a:endParaRPr/>
          </a:p>
        </p:txBody>
      </p:sp>
      <p:sp>
        <p:nvSpPr>
          <p:cNvPr id="129" name="Google Shape;129;p21"/>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a:p>
            <a:pPr marL="0" lvl="0" indent="0" algn="ctr" rtl="0">
              <a:spcBef>
                <a:spcPts val="1200"/>
              </a:spcBef>
              <a:spcAft>
                <a:spcPts val="0"/>
              </a:spcAft>
              <a:buNone/>
            </a:pPr>
            <a:r>
              <a:rPr lang="en-GB"/>
              <a:t>We would like to thank all of you for your hospitality and for participating at our presentation</a:t>
            </a:r>
            <a:endParaRPr/>
          </a:p>
          <a:p>
            <a:pPr marL="0" lvl="0" indent="0" algn="l" rtl="0">
              <a:spcBef>
                <a:spcPts val="1200"/>
              </a:spcBef>
              <a:spcAft>
                <a:spcPts val="0"/>
              </a:spcAft>
              <a:buNone/>
            </a:pPr>
            <a:endParaRPr sz="4300"/>
          </a:p>
          <a:p>
            <a:pPr marL="2286000" lvl="0" indent="457200" algn="l" rtl="0">
              <a:spcBef>
                <a:spcPts val="1200"/>
              </a:spcBef>
              <a:spcAft>
                <a:spcPts val="1200"/>
              </a:spcAft>
              <a:buNone/>
            </a:pPr>
            <a:r>
              <a:rPr lang="en-GB" sz="3300"/>
              <a:t>QUESTIONS??</a:t>
            </a:r>
            <a:endParaRPr/>
          </a:p>
        </p:txBody>
      </p:sp>
      <p:sp>
        <p:nvSpPr>
          <p:cNvPr id="130" name="Google Shape;13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9</a:t>
            </a:fld>
            <a:endParaRPr sz="2000" b="1"/>
          </a:p>
        </p:txBody>
      </p:sp>
      <p:pic>
        <p:nvPicPr>
          <p:cNvPr id="131" name="Google Shape;131;p21"/>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5EE9DDCD58C8B4C9D31B1D02FAFF520" ma:contentTypeVersion="9" ma:contentTypeDescription="Een nieuw document maken." ma:contentTypeScope="" ma:versionID="b72ff46603e6052c7f9caa85141fccf2">
  <xsd:schema xmlns:xsd="http://www.w3.org/2001/XMLSchema" xmlns:xs="http://www.w3.org/2001/XMLSchema" xmlns:p="http://schemas.microsoft.com/office/2006/metadata/properties" xmlns:ns2="84b6a628-470e-430a-9750-99dd65082d4c" targetNamespace="http://schemas.microsoft.com/office/2006/metadata/properties" ma:root="true" ma:fieldsID="6159a17a2d03d7c388414b3584fc1dd8" ns2:_="">
    <xsd:import namespace="84b6a628-470e-430a-9750-99dd65082d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b6a628-470e-430a-9750-99dd65082d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E67F22-2E9B-44B5-9AB2-4292588A33B8}">
  <ds:schemaRefs>
    <ds:schemaRef ds:uri="http://schemas.microsoft.com/sharepoint/v3/contenttype/forms"/>
  </ds:schemaRefs>
</ds:datastoreItem>
</file>

<file path=customXml/itemProps2.xml><?xml version="1.0" encoding="utf-8"?>
<ds:datastoreItem xmlns:ds="http://schemas.openxmlformats.org/officeDocument/2006/customXml" ds:itemID="{21596622-DF7D-4387-A7D6-29D92A609B3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5783D0D-0DED-424D-89D7-9D102AAD2B31}"/>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Beach Day</vt:lpstr>
      <vt:lpstr>W / Friends</vt:lpstr>
      <vt:lpstr>PowerPoint Presentation</vt:lpstr>
      <vt:lpstr>Netherlands Project </vt:lpstr>
      <vt:lpstr>Homepage style </vt:lpstr>
      <vt:lpstr>Database</vt:lpstr>
      <vt:lpstr>Firewall rules</vt:lpstr>
      <vt:lpstr>Guntt Chart</vt:lpstr>
      <vt:lpstr>Expectations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 / Friends</dc:title>
  <cp:revision>1</cp:revision>
  <dcterms:modified xsi:type="dcterms:W3CDTF">2022-04-01T13:32:11Z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0x01010065EE9DDCD58C8B4C9D31B1D02FAFF520</vt:lpwstr>
  </property>
</Properties>
</file>