
<file path=[Content_Types].xml><?xml version="1.0" encoding="utf-8"?>
<Types xmlns="http://schemas.openxmlformats.org/package/2006/content-types">
  <Default Extension="png" ContentType="image/png"/>
  <Default Extension="rels" ContentType="application/vnd.openxmlformats-package.relationships+xml"/>
  <Default Extension="fntdata" ContentType="application/x-fontdata"/>
  <Default Extension="xml" ContentType="application/xml"/>
  <Default Extension="jpg" ContentType="image/jpeg"/>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Amatic SC"/>
      <p:regular r:id="rId14"/>
      <p:bold r:id="rId15"/>
    </p:embeddedFont>
    <p:embeddedFont>
      <p:font typeface="Source Code Pr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font" Target="fonts/SourceCodePro-italic.fntdata"/><Relationship Id="rId8" Type="http://schemas.openxmlformats.org/officeDocument/2006/relationships/slide" Target="slides/slide3.xml"/><Relationship Id="rId3" Type="http://schemas.openxmlformats.org/officeDocument/2006/relationships/presProps" Target="presProps.xml"/><Relationship Id="rId21" Type="http://schemas.openxmlformats.org/officeDocument/2006/relationships/customXml" Target="../customXml/item2.xml"/><Relationship Id="rId12" Type="http://schemas.openxmlformats.org/officeDocument/2006/relationships/slide" Target="slides/slide7.xml"/><Relationship Id="rId17" Type="http://schemas.openxmlformats.org/officeDocument/2006/relationships/font" Target="fonts/SourceCodePro-bold.fntdata"/><Relationship Id="rId7" Type="http://schemas.openxmlformats.org/officeDocument/2006/relationships/slide" Target="slides/slide2.xml"/><Relationship Id="rId2" Type="http://schemas.openxmlformats.org/officeDocument/2006/relationships/viewProps" Target="viewProps.xml"/><Relationship Id="rId16" Type="http://schemas.openxmlformats.org/officeDocument/2006/relationships/font" Target="fonts/SourceCodePro-regular.fntdata"/><Relationship Id="rId20" Type="http://schemas.openxmlformats.org/officeDocument/2006/relationships/customXml" Target="../customXml/item1.xml"/><Relationship Id="rId11" Type="http://schemas.openxmlformats.org/officeDocument/2006/relationships/slide" Target="slides/slide6.xml"/><Relationship Id="rId1" Type="http://schemas.openxmlformats.org/officeDocument/2006/relationships/theme" Target="theme/theme2.xml"/><Relationship Id="rId6" Type="http://schemas.openxmlformats.org/officeDocument/2006/relationships/slide" Target="slides/slide1.xml"/><Relationship Id="rId15" Type="http://schemas.openxmlformats.org/officeDocument/2006/relationships/font" Target="fonts/AmaticSC-bold.fntdata"/><Relationship Id="rId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font" Target="fonts/SourceCodePro-boldItalic.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font" Target="fonts/AmaticSC-regular.fntdata"/><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20d957da3f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20d957da3f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20d957da3f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20d957da3f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20d957da3f_0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20d957da3f_0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20d957da3f_0_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20d957da3f_0_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20d957da3f_0_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20d957da3f_0_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20d957da3f_0_7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20d957da3f_0_7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20d957da3f_0_7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20d957da3f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6.jpg"/><Relationship Id="rId5"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4.png"/><Relationship Id="rId7"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id="56" name="Google Shape;56;p13"/>
          <p:cNvPicPr preferRelativeResize="0"/>
          <p:nvPr/>
        </p:nvPicPr>
        <p:blipFill>
          <a:blip r:embed="rId3">
            <a:alphaModFix/>
          </a:blip>
          <a:stretch>
            <a:fillRect/>
          </a:stretch>
        </p:blipFill>
        <p:spPr>
          <a:xfrm>
            <a:off x="4047125" y="1220850"/>
            <a:ext cx="1336150" cy="825175"/>
          </a:xfrm>
          <a:prstGeom prst="rect">
            <a:avLst/>
          </a:prstGeom>
          <a:noFill/>
          <a:ln>
            <a:noFill/>
          </a:ln>
          <a:effectLst>
            <a:outerShdw blurRad="57150" rotWithShape="0" algn="bl" dir="5400000" dist="19050">
              <a:srgbClr val="000000">
                <a:alpha val="50000"/>
              </a:srgbClr>
            </a:outerShdw>
          </a:effectLst>
        </p:spPr>
      </p:pic>
      <p:sp>
        <p:nvSpPr>
          <p:cNvPr id="57" name="Google Shape;57;p13"/>
          <p:cNvSpPr txBox="1"/>
          <p:nvPr>
            <p:ph type="ctrTitle"/>
          </p:nvPr>
        </p:nvSpPr>
        <p:spPr>
          <a:xfrm>
            <a:off x="2295850" y="1951350"/>
            <a:ext cx="4838700" cy="1240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W / Friends</a:t>
            </a:r>
            <a:endParaRPr/>
          </a:p>
        </p:txBody>
      </p:sp>
      <p:sp>
        <p:nvSpPr>
          <p:cNvPr id="58" name="Google Shape;58;p13"/>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Keep in touch everywhere with your friends!</a:t>
            </a:r>
            <a:endParaRPr/>
          </a:p>
        </p:txBody>
      </p:sp>
      <p:sp>
        <p:nvSpPr>
          <p:cNvPr id="59" name="Google Shape;59;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60" name="Google Shape;60;p13"/>
          <p:cNvPicPr preferRelativeResize="0"/>
          <p:nvPr/>
        </p:nvPicPr>
        <p:blipFill>
          <a:blip r:embed="rId4">
            <a:alphaModFix/>
          </a:blip>
          <a:stretch>
            <a:fillRect/>
          </a:stretch>
        </p:blipFill>
        <p:spPr>
          <a:xfrm>
            <a:off x="5570575" y="625938"/>
            <a:ext cx="2766775" cy="503050"/>
          </a:xfrm>
          <a:prstGeom prst="rect">
            <a:avLst/>
          </a:prstGeom>
          <a:noFill/>
          <a:ln>
            <a:noFill/>
          </a:ln>
        </p:spPr>
      </p:pic>
      <p:pic>
        <p:nvPicPr>
          <p:cNvPr id="61" name="Google Shape;61;p13"/>
          <p:cNvPicPr preferRelativeResize="0"/>
          <p:nvPr/>
        </p:nvPicPr>
        <p:blipFill>
          <a:blip r:embed="rId5">
            <a:alphaModFix/>
          </a:blip>
          <a:stretch>
            <a:fillRect/>
          </a:stretch>
        </p:blipFill>
        <p:spPr>
          <a:xfrm>
            <a:off x="1404125" y="272625"/>
            <a:ext cx="1219200" cy="1209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idx="1" type="body"/>
          </p:nvPr>
        </p:nvSpPr>
        <p:spPr>
          <a:xfrm>
            <a:off x="3244150" y="1243175"/>
            <a:ext cx="5058000" cy="3246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2000"/>
              <a:t>3. </a:t>
            </a:r>
            <a:r>
              <a:rPr lang="en-GB" sz="2000"/>
              <a:t>Introduction</a:t>
            </a:r>
            <a:endParaRPr sz="2000"/>
          </a:p>
          <a:p>
            <a:pPr indent="0" lvl="0" marL="0" rtl="0" algn="l">
              <a:spcBef>
                <a:spcPts val="1200"/>
              </a:spcBef>
              <a:spcAft>
                <a:spcPts val="0"/>
              </a:spcAft>
              <a:buNone/>
            </a:pPr>
            <a:r>
              <a:rPr lang="en-GB" sz="2000"/>
              <a:t>4. Sitemap</a:t>
            </a:r>
            <a:endParaRPr sz="2000"/>
          </a:p>
          <a:p>
            <a:pPr indent="0" lvl="0" marL="0" rtl="0" algn="l">
              <a:spcBef>
                <a:spcPts val="1200"/>
              </a:spcBef>
              <a:spcAft>
                <a:spcPts val="0"/>
              </a:spcAft>
              <a:buNone/>
            </a:pPr>
            <a:r>
              <a:rPr lang="en-GB" sz="2000"/>
              <a:t>5. Moodboard</a:t>
            </a:r>
            <a:endParaRPr sz="2000"/>
          </a:p>
          <a:p>
            <a:pPr indent="0" lvl="0" marL="0" rtl="0" algn="l">
              <a:spcBef>
                <a:spcPts val="1200"/>
              </a:spcBef>
              <a:spcAft>
                <a:spcPts val="0"/>
              </a:spcAft>
              <a:buNone/>
            </a:pPr>
            <a:r>
              <a:rPr lang="en-GB" sz="2000"/>
              <a:t>6. Guntt Chart</a:t>
            </a:r>
            <a:endParaRPr sz="2000"/>
          </a:p>
          <a:p>
            <a:pPr indent="0" lvl="0" marL="0" rtl="0" algn="l">
              <a:spcBef>
                <a:spcPts val="1200"/>
              </a:spcBef>
              <a:spcAft>
                <a:spcPts val="0"/>
              </a:spcAft>
              <a:buNone/>
            </a:pPr>
            <a:r>
              <a:rPr lang="en-GB" sz="2000"/>
              <a:t>7. Expectations</a:t>
            </a:r>
            <a:endParaRPr sz="2000"/>
          </a:p>
          <a:p>
            <a:pPr indent="0" lvl="0" marL="0" rtl="0" algn="l">
              <a:spcBef>
                <a:spcPts val="1200"/>
              </a:spcBef>
              <a:spcAft>
                <a:spcPts val="1200"/>
              </a:spcAft>
              <a:buNone/>
            </a:pPr>
            <a:r>
              <a:rPr lang="en-GB" sz="2000"/>
              <a:t>8. Conclusion</a:t>
            </a:r>
            <a:endParaRPr sz="2000"/>
          </a:p>
        </p:txBody>
      </p:sp>
      <p:sp>
        <p:nvSpPr>
          <p:cNvPr id="67" name="Google Shape;67;p14"/>
          <p:cNvSpPr txBox="1"/>
          <p:nvPr/>
        </p:nvSpPr>
        <p:spPr>
          <a:xfrm>
            <a:off x="920300" y="227975"/>
            <a:ext cx="72948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4200">
                <a:solidFill>
                  <a:schemeClr val="accent1"/>
                </a:solidFill>
                <a:latin typeface="Amatic SC"/>
                <a:ea typeface="Amatic SC"/>
                <a:cs typeface="Amatic SC"/>
                <a:sym typeface="Amatic SC"/>
              </a:rPr>
              <a:t>Index</a:t>
            </a:r>
            <a:endParaRPr/>
          </a:p>
        </p:txBody>
      </p:sp>
      <p:sp>
        <p:nvSpPr>
          <p:cNvPr id="68" name="Google Shape;68;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69" name="Google Shape;69;p14"/>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Netherlands Project</a:t>
            </a:r>
            <a:endParaRPr/>
          </a:p>
          <a:p>
            <a:pPr indent="0" lvl="0" marL="0" rtl="0" algn="l">
              <a:spcBef>
                <a:spcPts val="0"/>
              </a:spcBef>
              <a:spcAft>
                <a:spcPts val="0"/>
              </a:spcAft>
              <a:buNone/>
            </a:pPr>
            <a:r>
              <a:t/>
            </a:r>
            <a:endParaRPr/>
          </a:p>
        </p:txBody>
      </p:sp>
      <p:sp>
        <p:nvSpPr>
          <p:cNvPr id="75" name="Google Shape;75;p15"/>
          <p:cNvSpPr txBox="1"/>
          <p:nvPr>
            <p:ph idx="1" type="body"/>
          </p:nvPr>
        </p:nvSpPr>
        <p:spPr>
          <a:xfrm>
            <a:off x="-58500" y="1197425"/>
            <a:ext cx="8790300" cy="3760500"/>
          </a:xfrm>
          <a:prstGeom prst="rect">
            <a:avLst/>
          </a:prstGeom>
        </p:spPr>
        <p:txBody>
          <a:bodyPr anchorCtr="0" anchor="t" bIns="91425" lIns="91425" spcFirstLastPara="1" rIns="91425" wrap="square" tIns="91425">
            <a:normAutofit fontScale="70000" lnSpcReduction="20000"/>
          </a:bodyPr>
          <a:lstStyle/>
          <a:p>
            <a:pPr indent="0" lvl="0" marL="450000" rtl="0" algn="l">
              <a:spcBef>
                <a:spcPts val="0"/>
              </a:spcBef>
              <a:spcAft>
                <a:spcPts val="0"/>
              </a:spcAft>
              <a:buNone/>
            </a:pPr>
            <a:r>
              <a:rPr lang="en-GB"/>
              <a:t>This project is a collaboration between “</a:t>
            </a:r>
            <a:r>
              <a:rPr b="1" lang="en-GB"/>
              <a:t>mboRijnland</a:t>
            </a:r>
            <a:r>
              <a:rPr lang="en-GB"/>
              <a:t>” and “</a:t>
            </a:r>
            <a:r>
              <a:rPr b="1" lang="en-GB"/>
              <a:t>City College of Plymouth</a:t>
            </a:r>
            <a:r>
              <a:rPr lang="en-GB"/>
              <a:t>” that allows students to work and learn together. </a:t>
            </a:r>
            <a:endParaRPr/>
          </a:p>
          <a:p>
            <a:pPr indent="0" lvl="0" marL="450000" rtl="0" algn="l">
              <a:spcBef>
                <a:spcPts val="600"/>
              </a:spcBef>
              <a:spcAft>
                <a:spcPts val="0"/>
              </a:spcAft>
              <a:buNone/>
            </a:pPr>
            <a:r>
              <a:rPr lang="en-GB" sz="1700"/>
              <a:t>The web application we are developing is called “W/ Friends”.</a:t>
            </a:r>
            <a:endParaRPr sz="1700"/>
          </a:p>
          <a:p>
            <a:pPr indent="0" lvl="0" marL="450000" rtl="0" algn="l">
              <a:spcBef>
                <a:spcPts val="600"/>
              </a:spcBef>
              <a:spcAft>
                <a:spcPts val="0"/>
              </a:spcAft>
              <a:buNone/>
            </a:pPr>
            <a:r>
              <a:rPr lang="en-GB" sz="1700"/>
              <a:t>It is a web social application with the practical main function designed to help friends meet. </a:t>
            </a:r>
            <a:endParaRPr sz="1700"/>
          </a:p>
          <a:p>
            <a:pPr indent="0" lvl="0" marL="450000" rtl="0" algn="l">
              <a:spcBef>
                <a:spcPts val="600"/>
              </a:spcBef>
              <a:spcAft>
                <a:spcPts val="0"/>
              </a:spcAft>
              <a:buNone/>
            </a:pPr>
            <a:r>
              <a:rPr lang="en-GB" sz="1700"/>
              <a:t>The map based software will show you where your “friends” are and will allow to chat with them and set meeting points for specific events. In addition, users are also able to write specific tailored reviews of places such as restaurants, pubs, clubs and shops created by your “friends”.  </a:t>
            </a:r>
            <a:endParaRPr sz="1700"/>
          </a:p>
          <a:p>
            <a:pPr indent="-304164" lvl="0" marL="1260000" rtl="0" algn="l">
              <a:spcBef>
                <a:spcPts val="1200"/>
              </a:spcBef>
              <a:spcAft>
                <a:spcPts val="0"/>
              </a:spcAft>
              <a:buClr>
                <a:srgbClr val="434343"/>
              </a:buClr>
              <a:buSzPct val="100000"/>
              <a:buFont typeface="Source Code Pro"/>
              <a:buChar char="●"/>
            </a:pPr>
            <a:r>
              <a:rPr lang="en-GB" sz="1700"/>
              <a:t>Pick a place to meet your friends (GPS system)</a:t>
            </a:r>
            <a:endParaRPr sz="1700"/>
          </a:p>
          <a:p>
            <a:pPr indent="-304164" lvl="0" marL="1260000" rtl="0" algn="l">
              <a:spcBef>
                <a:spcPts val="0"/>
              </a:spcBef>
              <a:spcAft>
                <a:spcPts val="0"/>
              </a:spcAft>
              <a:buClr>
                <a:srgbClr val="434343"/>
              </a:buClr>
              <a:buSzPct val="100000"/>
              <a:buFont typeface="Source Code Pro"/>
              <a:buChar char="●"/>
            </a:pPr>
            <a:r>
              <a:rPr lang="en-GB" sz="1700"/>
              <a:t>See where your friends are going to </a:t>
            </a:r>
            <a:endParaRPr sz="1700"/>
          </a:p>
          <a:p>
            <a:pPr indent="-304164" lvl="0" marL="1260000" rtl="0" algn="l">
              <a:spcBef>
                <a:spcPts val="0"/>
              </a:spcBef>
              <a:spcAft>
                <a:spcPts val="0"/>
              </a:spcAft>
              <a:buClr>
                <a:srgbClr val="434343"/>
              </a:buClr>
              <a:buSzPct val="100000"/>
              <a:buFont typeface="Source Code Pro"/>
              <a:buChar char="●"/>
            </a:pPr>
            <a:r>
              <a:rPr lang="en-GB" sz="1700"/>
              <a:t>Personal specific recommendations/ratings of places on the map </a:t>
            </a:r>
            <a:endParaRPr sz="1700"/>
          </a:p>
          <a:p>
            <a:pPr indent="-304164" lvl="0" marL="1260000" rtl="0" algn="l">
              <a:spcBef>
                <a:spcPts val="0"/>
              </a:spcBef>
              <a:spcAft>
                <a:spcPts val="0"/>
              </a:spcAft>
              <a:buClr>
                <a:srgbClr val="434343"/>
              </a:buClr>
              <a:buSzPct val="100000"/>
              <a:buFont typeface="Arial"/>
              <a:buChar char="●"/>
            </a:pPr>
            <a:r>
              <a:rPr lang="en-GB" sz="1700"/>
              <a:t>Our target audience is age 16+</a:t>
            </a:r>
            <a:endParaRPr sz="1700"/>
          </a:p>
          <a:p>
            <a:pPr indent="-304164" lvl="0" marL="1260000" rtl="0" algn="l">
              <a:spcBef>
                <a:spcPts val="0"/>
              </a:spcBef>
              <a:spcAft>
                <a:spcPts val="0"/>
              </a:spcAft>
              <a:buClr>
                <a:srgbClr val="434343"/>
              </a:buClr>
              <a:buSzPct val="100000"/>
              <a:buFont typeface="Source Code Pro"/>
              <a:buChar char="●"/>
            </a:pPr>
            <a:r>
              <a:rPr lang="en-GB" sz="1700"/>
              <a:t>6-digit code to add each other as friends (QR code can be added to manage friend requests) </a:t>
            </a:r>
            <a:endParaRPr sz="1700"/>
          </a:p>
          <a:p>
            <a:pPr indent="-304164" lvl="0" marL="1260000" rtl="0" algn="l">
              <a:spcBef>
                <a:spcPts val="0"/>
              </a:spcBef>
              <a:spcAft>
                <a:spcPts val="0"/>
              </a:spcAft>
              <a:buClr>
                <a:srgbClr val="434343"/>
              </a:buClr>
              <a:buSzPct val="100000"/>
              <a:buFont typeface="Source Code Pro"/>
              <a:buChar char="●"/>
            </a:pPr>
            <a:r>
              <a:rPr lang="en-GB" sz="1700"/>
              <a:t>Secure login/register page (CAPTCHA I am not a robot)</a:t>
            </a:r>
            <a:endParaRPr sz="1700"/>
          </a:p>
          <a:p>
            <a:pPr indent="-304164" lvl="0" marL="1260000" rtl="0" algn="l">
              <a:spcBef>
                <a:spcPts val="0"/>
              </a:spcBef>
              <a:spcAft>
                <a:spcPts val="0"/>
              </a:spcAft>
              <a:buClr>
                <a:srgbClr val="434343"/>
              </a:buClr>
              <a:buSzPct val="100000"/>
              <a:buFont typeface="Source Code Pro"/>
              <a:buChar char="●"/>
            </a:pPr>
            <a:r>
              <a:rPr lang="en-GB" sz="1700"/>
              <a:t>Chat with people in proximity. </a:t>
            </a:r>
            <a:endParaRPr/>
          </a:p>
        </p:txBody>
      </p:sp>
      <p:sp>
        <p:nvSpPr>
          <p:cNvPr id="76" name="Google Shape;76;p15"/>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t/>
            </a:r>
            <a:endParaRPr/>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78" name="Google Shape;78;p15"/>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Sitemap</a:t>
            </a:r>
            <a:endParaRPr/>
          </a:p>
        </p:txBody>
      </p:sp>
      <p:sp>
        <p:nvSpPr>
          <p:cNvPr id="84" name="Google Shape;84;p16"/>
          <p:cNvSpPr txBox="1"/>
          <p:nvPr>
            <p:ph idx="1" type="body"/>
          </p:nvPr>
        </p:nvSpPr>
        <p:spPr>
          <a:xfrm>
            <a:off x="2862250" y="1891275"/>
            <a:ext cx="3934500" cy="2186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85" name="Google Shape;85;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86" name="Google Shape;86;p16"/>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rotWithShape="0" algn="bl" dir="5400000" dist="19050">
              <a:srgbClr val="000000">
                <a:alpha val="50000"/>
              </a:srgbClr>
            </a:outerShdw>
          </a:effectLst>
        </p:spPr>
      </p:pic>
      <p:pic>
        <p:nvPicPr>
          <p:cNvPr id="87" name="Google Shape;87;p16"/>
          <p:cNvPicPr preferRelativeResize="0"/>
          <p:nvPr/>
        </p:nvPicPr>
        <p:blipFill>
          <a:blip r:embed="rId4">
            <a:alphaModFix/>
          </a:blip>
          <a:stretch>
            <a:fillRect/>
          </a:stretch>
        </p:blipFill>
        <p:spPr>
          <a:xfrm>
            <a:off x="2023900" y="1017575"/>
            <a:ext cx="5196209" cy="39148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Moodboard</a:t>
            </a:r>
            <a:endParaRPr/>
          </a:p>
        </p:txBody>
      </p:sp>
      <p:sp>
        <p:nvSpPr>
          <p:cNvPr id="93" name="Google Shape;93;p17"/>
          <p:cNvSpPr txBox="1"/>
          <p:nvPr>
            <p:ph idx="1" type="body"/>
          </p:nvPr>
        </p:nvSpPr>
        <p:spPr>
          <a:xfrm>
            <a:off x="1862600" y="2229000"/>
            <a:ext cx="3009000" cy="2144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94" name="Google Shape;9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95" name="Google Shape;95;p17"/>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rotWithShape="0" algn="bl" dir="5400000" dist="19050">
              <a:srgbClr val="000000">
                <a:alpha val="50000"/>
              </a:srgbClr>
            </a:outerShdw>
          </a:effectLst>
        </p:spPr>
      </p:pic>
      <p:pic>
        <p:nvPicPr>
          <p:cNvPr id="96" name="Google Shape;96;p17"/>
          <p:cNvPicPr preferRelativeResize="0"/>
          <p:nvPr/>
        </p:nvPicPr>
        <p:blipFill>
          <a:blip r:embed="rId4">
            <a:alphaModFix/>
          </a:blip>
          <a:stretch>
            <a:fillRect/>
          </a:stretch>
        </p:blipFill>
        <p:spPr>
          <a:xfrm>
            <a:off x="1114200" y="932200"/>
            <a:ext cx="7093603" cy="40233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50550" y="148575"/>
            <a:ext cx="2125800" cy="801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Guntt Chart</a:t>
            </a:r>
            <a:endParaRPr/>
          </a:p>
        </p:txBody>
      </p:sp>
      <p:sp>
        <p:nvSpPr>
          <p:cNvPr id="102" name="Google Shape;10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03" name="Google Shape;103;p18"/>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rotWithShape="0" algn="bl" dir="5400000" dist="19050">
              <a:srgbClr val="000000">
                <a:alpha val="50000"/>
              </a:srgbClr>
            </a:outerShdw>
          </a:effectLst>
        </p:spPr>
      </p:pic>
      <p:pic>
        <p:nvPicPr>
          <p:cNvPr id="104" name="Google Shape;104;p18"/>
          <p:cNvPicPr preferRelativeResize="0"/>
          <p:nvPr/>
        </p:nvPicPr>
        <p:blipFill>
          <a:blip r:embed="rId4">
            <a:alphaModFix/>
          </a:blip>
          <a:stretch>
            <a:fillRect/>
          </a:stretch>
        </p:blipFill>
        <p:spPr>
          <a:xfrm>
            <a:off x="154800" y="922325"/>
            <a:ext cx="3908375" cy="2306948"/>
          </a:xfrm>
          <a:prstGeom prst="rect">
            <a:avLst/>
          </a:prstGeom>
          <a:noFill/>
          <a:ln>
            <a:noFill/>
          </a:ln>
        </p:spPr>
      </p:pic>
      <p:pic>
        <p:nvPicPr>
          <p:cNvPr id="105" name="Google Shape;105;p18"/>
          <p:cNvPicPr preferRelativeResize="0"/>
          <p:nvPr/>
        </p:nvPicPr>
        <p:blipFill>
          <a:blip r:embed="rId5">
            <a:alphaModFix/>
          </a:blip>
          <a:stretch>
            <a:fillRect/>
          </a:stretch>
        </p:blipFill>
        <p:spPr>
          <a:xfrm>
            <a:off x="4168200" y="1060250"/>
            <a:ext cx="4800249" cy="2135996"/>
          </a:xfrm>
          <a:prstGeom prst="rect">
            <a:avLst/>
          </a:prstGeom>
          <a:noFill/>
          <a:ln>
            <a:noFill/>
          </a:ln>
        </p:spPr>
      </p:pic>
      <p:pic>
        <p:nvPicPr>
          <p:cNvPr id="106" name="Google Shape;106;p18"/>
          <p:cNvPicPr preferRelativeResize="0"/>
          <p:nvPr/>
        </p:nvPicPr>
        <p:blipFill>
          <a:blip r:embed="rId6">
            <a:alphaModFix/>
          </a:blip>
          <a:stretch>
            <a:fillRect/>
          </a:stretch>
        </p:blipFill>
        <p:spPr>
          <a:xfrm>
            <a:off x="154788" y="3490250"/>
            <a:ext cx="3908400" cy="945350"/>
          </a:xfrm>
          <a:prstGeom prst="rect">
            <a:avLst/>
          </a:prstGeom>
          <a:noFill/>
          <a:ln>
            <a:noFill/>
          </a:ln>
        </p:spPr>
      </p:pic>
      <p:pic>
        <p:nvPicPr>
          <p:cNvPr id="107" name="Google Shape;107;p18"/>
          <p:cNvPicPr preferRelativeResize="0"/>
          <p:nvPr/>
        </p:nvPicPr>
        <p:blipFill>
          <a:blip r:embed="rId7">
            <a:alphaModFix/>
          </a:blip>
          <a:stretch>
            <a:fillRect/>
          </a:stretch>
        </p:blipFill>
        <p:spPr>
          <a:xfrm>
            <a:off x="4168200" y="3490250"/>
            <a:ext cx="4690940" cy="945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Expectations</a:t>
            </a:r>
            <a:endParaRPr/>
          </a:p>
        </p:txBody>
      </p:sp>
      <p:sp>
        <p:nvSpPr>
          <p:cNvPr id="113" name="Google Shape;113;p19"/>
          <p:cNvSpPr txBox="1"/>
          <p:nvPr>
            <p:ph idx="1" type="body"/>
          </p:nvPr>
        </p:nvSpPr>
        <p:spPr>
          <a:xfrm>
            <a:off x="877825" y="1482575"/>
            <a:ext cx="7544700" cy="3340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GB" sz="2133"/>
              <a:t>For this project our expectations are:</a:t>
            </a:r>
            <a:endParaRPr sz="2133"/>
          </a:p>
          <a:p>
            <a:pPr indent="-343775" lvl="0" marL="540000" rtl="0" algn="l">
              <a:lnSpc>
                <a:spcPct val="150000"/>
              </a:lnSpc>
              <a:spcBef>
                <a:spcPts val="1200"/>
              </a:spcBef>
              <a:spcAft>
                <a:spcPts val="0"/>
              </a:spcAft>
              <a:buSzPct val="100000"/>
              <a:buChar char="●"/>
            </a:pPr>
            <a:r>
              <a:rPr lang="en-GB" sz="2133"/>
              <a:t>Understanding</a:t>
            </a:r>
            <a:r>
              <a:rPr lang="en-GB" sz="2133"/>
              <a:t> how to work in teams</a:t>
            </a:r>
            <a:endParaRPr sz="2133"/>
          </a:p>
          <a:p>
            <a:pPr indent="-343775" lvl="0" marL="540000" rtl="0" algn="l">
              <a:lnSpc>
                <a:spcPct val="150000"/>
              </a:lnSpc>
              <a:spcBef>
                <a:spcPts val="0"/>
              </a:spcBef>
              <a:spcAft>
                <a:spcPts val="0"/>
              </a:spcAft>
              <a:buSzPct val="100000"/>
              <a:buChar char="●"/>
            </a:pPr>
            <a:r>
              <a:rPr lang="en-GB" sz="2133"/>
              <a:t>Learning about several technologies </a:t>
            </a:r>
            <a:endParaRPr sz="2133"/>
          </a:p>
          <a:p>
            <a:pPr indent="-343775" lvl="0" marL="540000" rtl="0" algn="l">
              <a:lnSpc>
                <a:spcPct val="150000"/>
              </a:lnSpc>
              <a:spcBef>
                <a:spcPts val="0"/>
              </a:spcBef>
              <a:spcAft>
                <a:spcPts val="0"/>
              </a:spcAft>
              <a:buSzPct val="100000"/>
              <a:buChar char="●"/>
            </a:pPr>
            <a:r>
              <a:rPr lang="en-GB" sz="2133"/>
              <a:t>Delivering an almost fully prototype implementing complex features (time might affect our product)</a:t>
            </a:r>
            <a:endParaRPr sz="2133"/>
          </a:p>
          <a:p>
            <a:pPr indent="-343775" lvl="0" marL="540000" rtl="0" algn="l">
              <a:lnSpc>
                <a:spcPct val="150000"/>
              </a:lnSpc>
              <a:spcBef>
                <a:spcPts val="0"/>
              </a:spcBef>
              <a:spcAft>
                <a:spcPts val="0"/>
              </a:spcAft>
              <a:buSzPct val="100000"/>
              <a:buChar char="●"/>
            </a:pPr>
            <a:r>
              <a:rPr lang="en-GB" sz="2133"/>
              <a:t>Make new friends!</a:t>
            </a:r>
            <a:endParaRPr sz="2133"/>
          </a:p>
          <a:p>
            <a:pPr indent="0" lvl="0" marL="0" rtl="0" algn="ctr">
              <a:spcBef>
                <a:spcPts val="1200"/>
              </a:spcBef>
              <a:spcAft>
                <a:spcPts val="0"/>
              </a:spcAft>
              <a:buNone/>
            </a:pPr>
            <a:r>
              <a:t/>
            </a:r>
            <a:endParaRPr sz="3300"/>
          </a:p>
          <a:p>
            <a:pPr indent="0" lvl="0" marL="457200" rtl="0" algn="l">
              <a:spcBef>
                <a:spcPts val="1200"/>
              </a:spcBef>
              <a:spcAft>
                <a:spcPts val="1200"/>
              </a:spcAft>
              <a:buNone/>
            </a:pPr>
            <a:r>
              <a:t/>
            </a:r>
            <a:endParaRPr/>
          </a:p>
        </p:txBody>
      </p:sp>
      <p:sp>
        <p:nvSpPr>
          <p:cNvPr id="114" name="Google Shape;114;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15" name="Google Shape;115;p19"/>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Conclusion</a:t>
            </a:r>
            <a:endParaRPr/>
          </a:p>
        </p:txBody>
      </p:sp>
      <p:sp>
        <p:nvSpPr>
          <p:cNvPr id="121" name="Google Shape;121;p2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a:p>
            <a:pPr indent="0" lvl="0" marL="0" rtl="0" algn="ctr">
              <a:spcBef>
                <a:spcPts val="1200"/>
              </a:spcBef>
              <a:spcAft>
                <a:spcPts val="0"/>
              </a:spcAft>
              <a:buNone/>
            </a:pPr>
            <a:r>
              <a:rPr lang="en-GB"/>
              <a:t>We would like to thank all of you for your hospitality and for participating at our presentation</a:t>
            </a:r>
            <a:endParaRPr/>
          </a:p>
          <a:p>
            <a:pPr indent="0" lvl="0" marL="0" rtl="0" algn="l">
              <a:spcBef>
                <a:spcPts val="1200"/>
              </a:spcBef>
              <a:spcAft>
                <a:spcPts val="0"/>
              </a:spcAft>
              <a:buNone/>
            </a:pPr>
            <a:r>
              <a:t/>
            </a:r>
            <a:endParaRPr sz="4300"/>
          </a:p>
          <a:p>
            <a:pPr indent="457200" lvl="0" marL="2286000" rtl="0" algn="l">
              <a:spcBef>
                <a:spcPts val="1200"/>
              </a:spcBef>
              <a:spcAft>
                <a:spcPts val="1200"/>
              </a:spcAft>
              <a:buNone/>
            </a:pPr>
            <a:r>
              <a:rPr lang="en-GB" sz="3300"/>
              <a:t>QUESTIONS??</a:t>
            </a:r>
            <a:endParaRPr/>
          </a:p>
        </p:txBody>
      </p:sp>
      <p:sp>
        <p:nvSpPr>
          <p:cNvPr id="122" name="Google Shape;122;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23" name="Google Shape;123;p20"/>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5EE9DDCD58C8B4C9D31B1D02FAFF520" ma:contentTypeVersion="9" ma:contentTypeDescription="Create a new document." ma:contentTypeScope="" ma:versionID="fa32b0df69a775e0319f02c5c8d40dea">
  <xsd:schema xmlns:xsd="http://www.w3.org/2001/XMLSchema" xmlns:xs="http://www.w3.org/2001/XMLSchema" xmlns:p="http://schemas.microsoft.com/office/2006/metadata/properties" xmlns:ns2="84b6a628-470e-430a-9750-99dd65082d4c" targetNamespace="http://schemas.microsoft.com/office/2006/metadata/properties" ma:root="true" ma:fieldsID="1b22f54bb00f32dcfde12b14b69f2859" ns2:_="">
    <xsd:import namespace="84b6a628-470e-430a-9750-99dd65082d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b6a628-470e-430a-9750-99dd65082d4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D8B02CF-5723-47F1-9059-498B81F7EDA9}"/>
</file>

<file path=customXml/itemProps2.xml><?xml version="1.0" encoding="utf-8"?>
<ds:datastoreItem xmlns:ds="http://schemas.openxmlformats.org/officeDocument/2006/customXml" ds:itemID="{15831F43-F9ED-4BEC-BD98-89E4E297EE6E}"/>
</file>

<file path=customXml/itemProps3.xml><?xml version="1.0" encoding="utf-8"?>
<ds:datastoreItem xmlns:ds="http://schemas.openxmlformats.org/officeDocument/2006/customXml" ds:itemID="{99407C02-C7B4-4FB4-855B-B2D228350445}"/>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0x01010065EE9DDCD58C8B4C9D31B1D02FAFF520</vt:lpwstr>
  </property>
</Properties>
</file>