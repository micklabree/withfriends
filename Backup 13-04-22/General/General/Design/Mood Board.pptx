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5652"/>
  </p:normalViewPr>
  <p:slideViewPr>
    <p:cSldViewPr snapToGrid="0">
      <p:cViewPr>
        <p:scale>
          <a:sx n="155" d="100"/>
          <a:sy n="155" d="100"/>
        </p:scale>
        <p:origin x="152" y="-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y Tregellas" userId="S::10799411_cityplym.ac.uk#ext#@mborijnland.onmicrosoft.com::528990ba-bde8-4baa-b867-d5458469dc14" providerId="AD" clId="Web-{6334F85D-F08C-470B-85B4-BD973BC26074}"/>
    <pc:docChg chg="addSld delSld addMainMaster">
      <pc:chgData name="Davy Tregellas" userId="S::10799411_cityplym.ac.uk#ext#@mborijnland.onmicrosoft.com::528990ba-bde8-4baa-b867-d5458469dc14" providerId="AD" clId="Web-{6334F85D-F08C-470B-85B4-BD973BC26074}" dt="2022-03-29T11:42:30.301" v="1"/>
      <pc:docMkLst>
        <pc:docMk/>
      </pc:docMkLst>
      <pc:sldChg chg="del">
        <pc:chgData name="Davy Tregellas" userId="S::10799411_cityplym.ac.uk#ext#@mborijnland.onmicrosoft.com::528990ba-bde8-4baa-b867-d5458469dc14" providerId="AD" clId="Web-{6334F85D-F08C-470B-85B4-BD973BC26074}" dt="2022-03-29T11:42:30.301" v="1"/>
        <pc:sldMkLst>
          <pc:docMk/>
          <pc:sldMk cId="109857222" sldId="256"/>
        </pc:sldMkLst>
      </pc:sldChg>
      <pc:sldChg chg="add">
        <pc:chgData name="Davy Tregellas" userId="S::10799411_cityplym.ac.uk#ext#@mborijnland.onmicrosoft.com::528990ba-bde8-4baa-b867-d5458469dc14" providerId="AD" clId="Web-{6334F85D-F08C-470B-85B4-BD973BC26074}" dt="2022-03-29T11:42:25.785" v="0"/>
        <pc:sldMkLst>
          <pc:docMk/>
          <pc:sldMk cId="3426811865" sldId="257"/>
        </pc:sldMkLst>
      </pc:sldChg>
      <pc:sldMasterChg chg="add addSldLayout">
        <pc:chgData name="Davy Tregellas" userId="S::10799411_cityplym.ac.uk#ext#@mborijnland.onmicrosoft.com::528990ba-bde8-4baa-b867-d5458469dc14" providerId="AD" clId="Web-{6334F85D-F08C-470B-85B4-BD973BC26074}" dt="2022-03-29T11:42:25.785" v="0"/>
        <pc:sldMasterMkLst>
          <pc:docMk/>
          <pc:sldMasterMk cId="4242083161" sldId="2147483685"/>
        </pc:sldMasterMkLst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2612283097" sldId="2147483674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1891320218" sldId="2147483675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2655086272" sldId="2147483676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2728143658" sldId="2147483677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1375944632" sldId="2147483678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3255249830" sldId="2147483679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3866941484" sldId="2147483680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2893617532" sldId="2147483681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732401580" sldId="2147483682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2844670446" sldId="2147483683"/>
          </pc:sldLayoutMkLst>
        </pc:sldLayoutChg>
        <pc:sldLayoutChg chg="add">
          <pc:chgData name="Davy Tregellas" userId="S::10799411_cityplym.ac.uk#ext#@mborijnland.onmicrosoft.com::528990ba-bde8-4baa-b867-d5458469dc14" providerId="AD" clId="Web-{6334F85D-F08C-470B-85B4-BD973BC26074}" dt="2022-03-29T11:42:25.785" v="0"/>
          <pc:sldLayoutMkLst>
            <pc:docMk/>
            <pc:sldMasterMk cId="4242083161" sldId="2147483685"/>
            <pc:sldLayoutMk cId="1016650242" sldId="2147483684"/>
          </pc:sldLayoutMkLst>
        </pc:sldLayoutChg>
      </pc:sldMasterChg>
    </pc:docChg>
  </pc:docChgLst>
  <pc:docChgLst>
    <pc:chgData name="Marieke van Rijn" userId="673a6f27-23df-44be-99c9-67a96c2d05b4" providerId="ADAL" clId="{FC05C49F-17B2-7C4B-A469-42A6B57C2B90}"/>
    <pc:docChg chg="modSld">
      <pc:chgData name="Marieke van Rijn" userId="673a6f27-23df-44be-99c9-67a96c2d05b4" providerId="ADAL" clId="{FC05C49F-17B2-7C4B-A469-42A6B57C2B90}" dt="2022-03-31T10:23:03.712" v="0" actId="1076"/>
      <pc:docMkLst>
        <pc:docMk/>
      </pc:docMkLst>
      <pc:sldChg chg="modSp mod">
        <pc:chgData name="Marieke van Rijn" userId="673a6f27-23df-44be-99c9-67a96c2d05b4" providerId="ADAL" clId="{FC05C49F-17B2-7C4B-A469-42A6B57C2B90}" dt="2022-03-31T10:23:03.712" v="0" actId="1076"/>
        <pc:sldMkLst>
          <pc:docMk/>
          <pc:sldMk cId="3426811865" sldId="257"/>
        </pc:sldMkLst>
        <pc:picChg chg="mod">
          <ac:chgData name="Marieke van Rijn" userId="673a6f27-23df-44be-99c9-67a96c2d05b4" providerId="ADAL" clId="{FC05C49F-17B2-7C4B-A469-42A6B57C2B90}" dt="2022-03-31T10:23:03.712" v="0" actId="1076"/>
          <ac:picMkLst>
            <pc:docMk/>
            <pc:sldMk cId="3426811865" sldId="257"/>
            <ac:picMk id="4" creationId="{87EA4E2E-A7AC-B0BD-5E06-E8422BF702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3/31/22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28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3/31/22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2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3/31/22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86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3/31/22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4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3/31/22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3/31/22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4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3/31/22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4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3/31/22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1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3/31/22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0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3/31/22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3/31/22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5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3/31/22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8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87EA4E2E-A7AC-B0BD-5E06-E8422BF70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2733806"/>
            <a:ext cx="5498926" cy="4124194"/>
          </a:xfrm>
          <a:prstGeom prst="rect">
            <a:avLst/>
          </a:prstGeom>
        </p:spPr>
      </p:pic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FA7BD626-3E41-8496-6682-93D4E427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15753"/>
            <a:ext cx="3494761" cy="2610632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13B650C-50F2-6EB9-E311-BA349340B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424462"/>
            <a:ext cx="3494761" cy="2434938"/>
          </a:xfrm>
          <a:prstGeom prst="rect">
            <a:avLst/>
          </a:prstGeom>
        </p:spPr>
      </p:pic>
      <p:pic>
        <p:nvPicPr>
          <p:cNvPr id="7" name="Picture 7" descr="Shape&#10;&#10;Description automatically generated">
            <a:extLst>
              <a:ext uri="{FF2B5EF4-FFF2-40B4-BE49-F238E27FC236}">
                <a16:creationId xmlns:a16="http://schemas.microsoft.com/office/drawing/2014/main" id="{A98D1ACA-0058-1239-2C48-953F10997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175" y="1813532"/>
            <a:ext cx="5498926" cy="986690"/>
          </a:xfrm>
          <a:prstGeom prst="rect">
            <a:avLst/>
          </a:prstGeom>
        </p:spPr>
      </p:pic>
      <p:pic>
        <p:nvPicPr>
          <p:cNvPr id="8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C7936F5F-77F3-8F13-145F-08A48B872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31934" y="486008"/>
            <a:ext cx="2743200" cy="1334861"/>
          </a:xfrm>
          <a:prstGeom prst="rect">
            <a:avLst/>
          </a:prstGeom>
        </p:spPr>
      </p:pic>
      <p:pic>
        <p:nvPicPr>
          <p:cNvPr id="9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9AD702DE-48AC-625B-553F-C79332E2E3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60000">
            <a:off x="8066770" y="1453781"/>
            <a:ext cx="2711885" cy="60494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1565E59F-9242-3377-96FB-19482FE646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60000">
            <a:off x="7605386" y="656033"/>
            <a:ext cx="2743200" cy="7651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2614141-768B-EC11-B752-46907BE0D1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0917" y="114497"/>
            <a:ext cx="1323975" cy="428625"/>
          </a:xfrm>
          <a:prstGeom prst="rect">
            <a:avLst/>
          </a:prstGeom>
        </p:spPr>
      </p:pic>
      <p:pic>
        <p:nvPicPr>
          <p:cNvPr id="13" name="Picture 13" descr="Text, letter&#10;&#10;Description automatically generated">
            <a:extLst>
              <a:ext uri="{FF2B5EF4-FFF2-40B4-BE49-F238E27FC236}">
                <a16:creationId xmlns:a16="http://schemas.microsoft.com/office/drawing/2014/main" id="{9D629DFD-012F-A19B-6E54-683CCE3126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8692" y="834546"/>
            <a:ext cx="1433057" cy="418579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DA7E089-D3A6-2088-8EDB-973BBF400B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2810" y="2441249"/>
            <a:ext cx="3233803" cy="22677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F9EB728-3834-FFD6-04AF-890A34CF69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2812" y="4943919"/>
            <a:ext cx="3233802" cy="18135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D2424C0C-C7C0-6F02-9EFD-04015FB007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8103" y="111168"/>
            <a:ext cx="2695575" cy="6858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E85F47B9-C556-F69C-C116-1F8FD82CF9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3759" y="911202"/>
            <a:ext cx="1963194" cy="902005"/>
          </a:xfrm>
          <a:prstGeom prst="rect">
            <a:avLst/>
          </a:prstGeom>
        </p:spPr>
      </p:pic>
      <p:pic>
        <p:nvPicPr>
          <p:cNvPr id="19" name="Picture 19" descr="A picture containing invertebrate, coelenterate&#10;&#10;Description automatically generated">
            <a:extLst>
              <a:ext uri="{FF2B5EF4-FFF2-40B4-BE49-F238E27FC236}">
                <a16:creationId xmlns:a16="http://schemas.microsoft.com/office/drawing/2014/main" id="{93821AAB-E5FC-9B7E-B1AE-79D373F299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1113" y="2792757"/>
            <a:ext cx="3787033" cy="1637827"/>
          </a:xfrm>
          <a:prstGeom prst="rect">
            <a:avLst/>
          </a:prstGeom>
        </p:spPr>
      </p:pic>
      <p:pic>
        <p:nvPicPr>
          <p:cNvPr id="20" name="Picture 20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97B5DFED-DBAA-8BD0-6B47-9C227BB317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08" y="84550"/>
            <a:ext cx="1511474" cy="15010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5CFA20-6A6D-0686-2C78-D8F36EF7ED89}"/>
              </a:ext>
            </a:extLst>
          </p:cNvPr>
          <p:cNvSpPr txBox="1"/>
          <p:nvPr/>
        </p:nvSpPr>
        <p:spPr>
          <a:xfrm>
            <a:off x="3012509" y="110647"/>
            <a:ext cx="22212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/>
              <a:t>Mood Board</a:t>
            </a:r>
          </a:p>
        </p:txBody>
      </p:sp>
    </p:spTree>
    <p:extLst>
      <p:ext uri="{BB962C8B-B14F-4D97-AF65-F5344CB8AC3E}">
        <p14:creationId xmlns:p14="http://schemas.microsoft.com/office/powerpoint/2010/main" val="3426811865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RegularSeedRightStep">
      <a:dk1>
        <a:srgbClr val="000000"/>
      </a:dk1>
      <a:lt1>
        <a:srgbClr val="FFFFFF"/>
      </a:lt1>
      <a:dk2>
        <a:srgbClr val="413224"/>
      </a:dk2>
      <a:lt2>
        <a:srgbClr val="E2E8E8"/>
      </a:lt2>
      <a:accent1>
        <a:srgbClr val="CF4741"/>
      </a:accent1>
      <a:accent2>
        <a:srgbClr val="BD702F"/>
      </a:accent2>
      <a:accent3>
        <a:srgbClr val="B4A538"/>
      </a:accent3>
      <a:accent4>
        <a:srgbClr val="89AF2B"/>
      </a:accent4>
      <a:accent5>
        <a:srgbClr val="5EB739"/>
      </a:accent5>
      <a:accent6>
        <a:srgbClr val="2EBA3F"/>
      </a:accent6>
      <a:hlink>
        <a:srgbClr val="319094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EE9DDCD58C8B4C9D31B1D02FAFF520" ma:contentTypeVersion="9" ma:contentTypeDescription="Een nieuw document maken." ma:contentTypeScope="" ma:versionID="b72ff46603e6052c7f9caa85141fccf2">
  <xsd:schema xmlns:xsd="http://www.w3.org/2001/XMLSchema" xmlns:xs="http://www.w3.org/2001/XMLSchema" xmlns:p="http://schemas.microsoft.com/office/2006/metadata/properties" xmlns:ns2="84b6a628-470e-430a-9750-99dd65082d4c" targetNamespace="http://schemas.microsoft.com/office/2006/metadata/properties" ma:root="true" ma:fieldsID="6159a17a2d03d7c388414b3584fc1dd8" ns2:_="">
    <xsd:import namespace="84b6a628-470e-430a-9750-99dd65082d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6a628-470e-430a-9750-99dd65082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6B05E7-2043-4F83-8049-F8E5FBC453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5E8A36-EA24-4EDB-9051-7457131B811E}">
  <ds:schemaRefs>
    <ds:schemaRef ds:uri="84b6a628-470e-430a-9750-99dd65082d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FCE7AB-B282-4AAA-8CC0-6E92CF70A29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2</Words>
  <Application>Microsoft Macintosh PowerPoint</Application>
  <PresentationFormat>Breedbeeld</PresentationFormat>
  <Paragraphs>1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Goudy Old Style</vt:lpstr>
      <vt:lpstr>ClassicFrameVTI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Marieke van Rijn</cp:lastModifiedBy>
  <cp:revision>3</cp:revision>
  <dcterms:created xsi:type="dcterms:W3CDTF">2022-03-29T11:42:00Z</dcterms:created>
  <dcterms:modified xsi:type="dcterms:W3CDTF">2022-03-31T10:23:13Z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0x01010065EE9DDCD58C8B4C9D31B1D02FAFF520</vt:lpwstr>
  </property>
</Properties>
</file>