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4"/>
  </p:sldMasterIdLst>
  <p:notesMasterIdLst>
    <p:notesMasterId r:id="rId15"/>
  </p:notesMasterIdLst>
  <p:sldIdLst>
    <p:sldId id="256" r:id="rId5"/>
    <p:sldId id="257" r:id="rId6"/>
    <p:sldId id="258" r:id="rId7"/>
    <p:sldId id="265" r:id="rId8"/>
    <p:sldId id="259" r:id="rId9"/>
    <p:sldId id="260" r:id="rId10"/>
    <p:sldId id="261" r:id="rId11"/>
    <p:sldId id="262" r:id="rId12"/>
    <p:sldId id="263" r:id="rId13"/>
    <p:sldId id="264" r:id="rId14"/>
  </p:sldIdLst>
  <p:sldSz cx="9144000" cy="5143500" type="screen16x9"/>
  <p:notesSz cx="6858000" cy="9144000"/>
  <p:embeddedFontLst>
    <p:embeddedFont>
      <p:font typeface="Amatic SC" panose="00000500000000000000" pitchFamily="2" charset="-79"/>
      <p:regular r:id="rId16"/>
      <p:bold r:id="rId17"/>
    </p:embeddedFont>
    <p:embeddedFont>
      <p:font typeface="Source Code Pro" panose="020B0509030403020204" pitchFamily="49" charset="0"/>
      <p:regular r:id="rId18"/>
      <p:bold r:id="rId19"/>
      <p:italic r:id="rId20"/>
      <p:bold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130094-A132-4842-AB48-51E1CF61888F}" v="2" dt="2022-04-08T08:56:25.411"/>
    <p1510:client id="{5597F0E2-0F7F-4D1C-967C-C70AAADB10DB}" v="6" dt="2022-04-01T13:31:35.289"/>
    <p1510:client id="{5A880B98-B93E-44A5-9BA0-B3B6FC792AE2}" v="3" dt="2022-04-08T09:08:11.307"/>
    <p1510:client id="{7BFBC048-D387-4C73-B6DF-DACE5C0F2767}" v="160" dt="2022-04-08T09:22:24.824"/>
    <p1510:client id="{9E009705-FFBF-454C-A3E9-883B9EA29B50}" v="4" dt="2022-04-08T08:56:02.420"/>
    <p1510:client id="{A019AAD6-4D40-472D-9A6C-C270BF2E3EF9}" v="2" dt="2022-04-08T08:57:35.195"/>
    <p1510:client id="{A63EE659-9DC6-4F98-BB2B-046B16C3AB75}" v="10" dt="2022-04-08T09:29:58.380"/>
    <p1510:client id="{E83BF1B5-55BD-435B-B498-D80A827B9267}" v="11" dt="2022-04-08T09:07:07.3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font" Target="fonts/font3.fntdata"/><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font" Target="fonts/font6.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font" Target="fonts/font2.fntdata"/><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notesMaster" Target="notesMasters/notesMaster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font" Target="fonts/font4.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kub Warjas" userId="S::10777198_cityplym.ac.uk#ext#@mborijnland.onmicrosoft.com::2a807430-fe50-4fe1-ba29-b4287a2e3d53" providerId="AD" clId="Web-{1C130094-A132-4842-AB48-51E1CF61888F}"/>
    <pc:docChg chg="modSld modMainMaster">
      <pc:chgData name="Jakub Warjas" userId="S::10777198_cityplym.ac.uk#ext#@mborijnland.onmicrosoft.com::2a807430-fe50-4fe1-ba29-b4287a2e3d53" providerId="AD" clId="Web-{1C130094-A132-4842-AB48-51E1CF61888F}" dt="2022-04-08T08:56:25.411" v="1"/>
      <pc:docMkLst>
        <pc:docMk/>
      </pc:docMkLst>
      <pc:sldChg chg="modTransition">
        <pc:chgData name="Jakub Warjas" userId="S::10777198_cityplym.ac.uk#ext#@mborijnland.onmicrosoft.com::2a807430-fe50-4fe1-ba29-b4287a2e3d53" providerId="AD" clId="Web-{1C130094-A132-4842-AB48-51E1CF61888F}" dt="2022-04-08T08:56:25.411" v="1"/>
        <pc:sldMkLst>
          <pc:docMk/>
          <pc:sldMk cId="0" sldId="256"/>
        </pc:sldMkLst>
      </pc:sldChg>
      <pc:sldChg chg="modTransition">
        <pc:chgData name="Jakub Warjas" userId="S::10777198_cityplym.ac.uk#ext#@mborijnland.onmicrosoft.com::2a807430-fe50-4fe1-ba29-b4287a2e3d53" providerId="AD" clId="Web-{1C130094-A132-4842-AB48-51E1CF61888F}" dt="2022-04-08T08:56:25.411" v="1"/>
        <pc:sldMkLst>
          <pc:docMk/>
          <pc:sldMk cId="0" sldId="257"/>
        </pc:sldMkLst>
      </pc:sldChg>
      <pc:sldChg chg="modTransition">
        <pc:chgData name="Jakub Warjas" userId="S::10777198_cityplym.ac.uk#ext#@mborijnland.onmicrosoft.com::2a807430-fe50-4fe1-ba29-b4287a2e3d53" providerId="AD" clId="Web-{1C130094-A132-4842-AB48-51E1CF61888F}" dt="2022-04-08T08:56:25.411" v="1"/>
        <pc:sldMkLst>
          <pc:docMk/>
          <pc:sldMk cId="0" sldId="258"/>
        </pc:sldMkLst>
      </pc:sldChg>
      <pc:sldChg chg="modTransition">
        <pc:chgData name="Jakub Warjas" userId="S::10777198_cityplym.ac.uk#ext#@mborijnland.onmicrosoft.com::2a807430-fe50-4fe1-ba29-b4287a2e3d53" providerId="AD" clId="Web-{1C130094-A132-4842-AB48-51E1CF61888F}" dt="2022-04-08T08:56:25.411" v="1"/>
        <pc:sldMkLst>
          <pc:docMk/>
          <pc:sldMk cId="0" sldId="259"/>
        </pc:sldMkLst>
      </pc:sldChg>
      <pc:sldChg chg="modTransition">
        <pc:chgData name="Jakub Warjas" userId="S::10777198_cityplym.ac.uk#ext#@mborijnland.onmicrosoft.com::2a807430-fe50-4fe1-ba29-b4287a2e3d53" providerId="AD" clId="Web-{1C130094-A132-4842-AB48-51E1CF61888F}" dt="2022-04-08T08:56:25.411" v="1"/>
        <pc:sldMkLst>
          <pc:docMk/>
          <pc:sldMk cId="0" sldId="260"/>
        </pc:sldMkLst>
      </pc:sldChg>
      <pc:sldChg chg="modTransition">
        <pc:chgData name="Jakub Warjas" userId="S::10777198_cityplym.ac.uk#ext#@mborijnland.onmicrosoft.com::2a807430-fe50-4fe1-ba29-b4287a2e3d53" providerId="AD" clId="Web-{1C130094-A132-4842-AB48-51E1CF61888F}" dt="2022-04-08T08:56:25.411" v="1"/>
        <pc:sldMkLst>
          <pc:docMk/>
          <pc:sldMk cId="0" sldId="261"/>
        </pc:sldMkLst>
      </pc:sldChg>
      <pc:sldChg chg="modTransition">
        <pc:chgData name="Jakub Warjas" userId="S::10777198_cityplym.ac.uk#ext#@mborijnland.onmicrosoft.com::2a807430-fe50-4fe1-ba29-b4287a2e3d53" providerId="AD" clId="Web-{1C130094-A132-4842-AB48-51E1CF61888F}" dt="2022-04-08T08:56:25.411" v="1"/>
        <pc:sldMkLst>
          <pc:docMk/>
          <pc:sldMk cId="0" sldId="262"/>
        </pc:sldMkLst>
      </pc:sldChg>
      <pc:sldChg chg="modTransition">
        <pc:chgData name="Jakub Warjas" userId="S::10777198_cityplym.ac.uk#ext#@mborijnland.onmicrosoft.com::2a807430-fe50-4fe1-ba29-b4287a2e3d53" providerId="AD" clId="Web-{1C130094-A132-4842-AB48-51E1CF61888F}" dt="2022-04-08T08:56:25.411" v="1"/>
        <pc:sldMkLst>
          <pc:docMk/>
          <pc:sldMk cId="0" sldId="263"/>
        </pc:sldMkLst>
      </pc:sldChg>
      <pc:sldChg chg="modTransition">
        <pc:chgData name="Jakub Warjas" userId="S::10777198_cityplym.ac.uk#ext#@mborijnland.onmicrosoft.com::2a807430-fe50-4fe1-ba29-b4287a2e3d53" providerId="AD" clId="Web-{1C130094-A132-4842-AB48-51E1CF61888F}" dt="2022-04-08T08:56:25.411" v="1"/>
        <pc:sldMkLst>
          <pc:docMk/>
          <pc:sldMk cId="0" sldId="264"/>
        </pc:sldMkLst>
      </pc:sldChg>
      <pc:sldMasterChg chg="modTransition modSldLayout">
        <pc:chgData name="Jakub Warjas" userId="S::10777198_cityplym.ac.uk#ext#@mborijnland.onmicrosoft.com::2a807430-fe50-4fe1-ba29-b4287a2e3d53" providerId="AD" clId="Web-{1C130094-A132-4842-AB48-51E1CF61888F}" dt="2022-04-08T08:56:25.411" v="1"/>
        <pc:sldMasterMkLst>
          <pc:docMk/>
          <pc:sldMasterMk cId="0" sldId="2147483659"/>
        </pc:sldMasterMkLst>
        <pc:sldLayoutChg chg="modTransition">
          <pc:chgData name="Jakub Warjas" userId="S::10777198_cityplym.ac.uk#ext#@mborijnland.onmicrosoft.com::2a807430-fe50-4fe1-ba29-b4287a2e3d53" providerId="AD" clId="Web-{1C130094-A132-4842-AB48-51E1CF61888F}" dt="2022-04-08T08:56:25.411" v="1"/>
          <pc:sldLayoutMkLst>
            <pc:docMk/>
            <pc:sldMasterMk cId="0" sldId="2147483659"/>
            <pc:sldLayoutMk cId="0" sldId="2147483648"/>
          </pc:sldLayoutMkLst>
        </pc:sldLayoutChg>
        <pc:sldLayoutChg chg="modTransition">
          <pc:chgData name="Jakub Warjas" userId="S::10777198_cityplym.ac.uk#ext#@mborijnland.onmicrosoft.com::2a807430-fe50-4fe1-ba29-b4287a2e3d53" providerId="AD" clId="Web-{1C130094-A132-4842-AB48-51E1CF61888F}" dt="2022-04-08T08:56:25.411" v="1"/>
          <pc:sldLayoutMkLst>
            <pc:docMk/>
            <pc:sldMasterMk cId="0" sldId="2147483659"/>
            <pc:sldLayoutMk cId="0" sldId="2147483649"/>
          </pc:sldLayoutMkLst>
        </pc:sldLayoutChg>
        <pc:sldLayoutChg chg="modTransition">
          <pc:chgData name="Jakub Warjas" userId="S::10777198_cityplym.ac.uk#ext#@mborijnland.onmicrosoft.com::2a807430-fe50-4fe1-ba29-b4287a2e3d53" providerId="AD" clId="Web-{1C130094-A132-4842-AB48-51E1CF61888F}" dt="2022-04-08T08:56:25.411" v="1"/>
          <pc:sldLayoutMkLst>
            <pc:docMk/>
            <pc:sldMasterMk cId="0" sldId="2147483659"/>
            <pc:sldLayoutMk cId="0" sldId="2147483650"/>
          </pc:sldLayoutMkLst>
        </pc:sldLayoutChg>
        <pc:sldLayoutChg chg="modTransition">
          <pc:chgData name="Jakub Warjas" userId="S::10777198_cityplym.ac.uk#ext#@mborijnland.onmicrosoft.com::2a807430-fe50-4fe1-ba29-b4287a2e3d53" providerId="AD" clId="Web-{1C130094-A132-4842-AB48-51E1CF61888F}" dt="2022-04-08T08:56:25.411" v="1"/>
          <pc:sldLayoutMkLst>
            <pc:docMk/>
            <pc:sldMasterMk cId="0" sldId="2147483659"/>
            <pc:sldLayoutMk cId="0" sldId="2147483651"/>
          </pc:sldLayoutMkLst>
        </pc:sldLayoutChg>
        <pc:sldLayoutChg chg="modTransition">
          <pc:chgData name="Jakub Warjas" userId="S::10777198_cityplym.ac.uk#ext#@mborijnland.onmicrosoft.com::2a807430-fe50-4fe1-ba29-b4287a2e3d53" providerId="AD" clId="Web-{1C130094-A132-4842-AB48-51E1CF61888F}" dt="2022-04-08T08:56:25.411" v="1"/>
          <pc:sldLayoutMkLst>
            <pc:docMk/>
            <pc:sldMasterMk cId="0" sldId="2147483659"/>
            <pc:sldLayoutMk cId="0" sldId="2147483652"/>
          </pc:sldLayoutMkLst>
        </pc:sldLayoutChg>
        <pc:sldLayoutChg chg="modTransition">
          <pc:chgData name="Jakub Warjas" userId="S::10777198_cityplym.ac.uk#ext#@mborijnland.onmicrosoft.com::2a807430-fe50-4fe1-ba29-b4287a2e3d53" providerId="AD" clId="Web-{1C130094-A132-4842-AB48-51E1CF61888F}" dt="2022-04-08T08:56:25.411" v="1"/>
          <pc:sldLayoutMkLst>
            <pc:docMk/>
            <pc:sldMasterMk cId="0" sldId="2147483659"/>
            <pc:sldLayoutMk cId="0" sldId="2147483653"/>
          </pc:sldLayoutMkLst>
        </pc:sldLayoutChg>
        <pc:sldLayoutChg chg="modTransition">
          <pc:chgData name="Jakub Warjas" userId="S::10777198_cityplym.ac.uk#ext#@mborijnland.onmicrosoft.com::2a807430-fe50-4fe1-ba29-b4287a2e3d53" providerId="AD" clId="Web-{1C130094-A132-4842-AB48-51E1CF61888F}" dt="2022-04-08T08:56:25.411" v="1"/>
          <pc:sldLayoutMkLst>
            <pc:docMk/>
            <pc:sldMasterMk cId="0" sldId="2147483659"/>
            <pc:sldLayoutMk cId="0" sldId="2147483654"/>
          </pc:sldLayoutMkLst>
        </pc:sldLayoutChg>
        <pc:sldLayoutChg chg="modTransition">
          <pc:chgData name="Jakub Warjas" userId="S::10777198_cityplym.ac.uk#ext#@mborijnland.onmicrosoft.com::2a807430-fe50-4fe1-ba29-b4287a2e3d53" providerId="AD" clId="Web-{1C130094-A132-4842-AB48-51E1CF61888F}" dt="2022-04-08T08:56:25.411" v="1"/>
          <pc:sldLayoutMkLst>
            <pc:docMk/>
            <pc:sldMasterMk cId="0" sldId="2147483659"/>
            <pc:sldLayoutMk cId="0" sldId="2147483655"/>
          </pc:sldLayoutMkLst>
        </pc:sldLayoutChg>
        <pc:sldLayoutChg chg="modTransition">
          <pc:chgData name="Jakub Warjas" userId="S::10777198_cityplym.ac.uk#ext#@mborijnland.onmicrosoft.com::2a807430-fe50-4fe1-ba29-b4287a2e3d53" providerId="AD" clId="Web-{1C130094-A132-4842-AB48-51E1CF61888F}" dt="2022-04-08T08:56:25.411" v="1"/>
          <pc:sldLayoutMkLst>
            <pc:docMk/>
            <pc:sldMasterMk cId="0" sldId="2147483659"/>
            <pc:sldLayoutMk cId="0" sldId="2147483656"/>
          </pc:sldLayoutMkLst>
        </pc:sldLayoutChg>
        <pc:sldLayoutChg chg="modTransition">
          <pc:chgData name="Jakub Warjas" userId="S::10777198_cityplym.ac.uk#ext#@mborijnland.onmicrosoft.com::2a807430-fe50-4fe1-ba29-b4287a2e3d53" providerId="AD" clId="Web-{1C130094-A132-4842-AB48-51E1CF61888F}" dt="2022-04-08T08:56:25.411" v="1"/>
          <pc:sldLayoutMkLst>
            <pc:docMk/>
            <pc:sldMasterMk cId="0" sldId="2147483659"/>
            <pc:sldLayoutMk cId="0" sldId="2147483657"/>
          </pc:sldLayoutMkLst>
        </pc:sldLayoutChg>
        <pc:sldLayoutChg chg="modTransition">
          <pc:chgData name="Jakub Warjas" userId="S::10777198_cityplym.ac.uk#ext#@mborijnland.onmicrosoft.com::2a807430-fe50-4fe1-ba29-b4287a2e3d53" providerId="AD" clId="Web-{1C130094-A132-4842-AB48-51E1CF61888F}" dt="2022-04-08T08:56:25.411" v="1"/>
          <pc:sldLayoutMkLst>
            <pc:docMk/>
            <pc:sldMasterMk cId="0" sldId="2147483659"/>
            <pc:sldLayoutMk cId="0" sldId="2147483658"/>
          </pc:sldLayoutMkLst>
        </pc:sldLayoutChg>
      </pc:sldMasterChg>
    </pc:docChg>
  </pc:docChgLst>
  <pc:docChgLst>
    <pc:chgData name="Jakub Warjas" userId="S::10777198_cityplym.ac.uk#ext#@mborijnland.onmicrosoft.com::2a807430-fe50-4fe1-ba29-b4287a2e3d53" providerId="AD" clId="Web-{5A880B98-B93E-44A5-9BA0-B3B6FC792AE2}"/>
    <pc:docChg chg="modSld">
      <pc:chgData name="Jakub Warjas" userId="S::10777198_cityplym.ac.uk#ext#@mborijnland.onmicrosoft.com::2a807430-fe50-4fe1-ba29-b4287a2e3d53" providerId="AD" clId="Web-{5A880B98-B93E-44A5-9BA0-B3B6FC792AE2}" dt="2022-04-08T09:08:11.307" v="2"/>
      <pc:docMkLst>
        <pc:docMk/>
      </pc:docMkLst>
      <pc:sldChg chg="addSp delSp modSp">
        <pc:chgData name="Jakub Warjas" userId="S::10777198_cityplym.ac.uk#ext#@mborijnland.onmicrosoft.com::2a807430-fe50-4fe1-ba29-b4287a2e3d53" providerId="AD" clId="Web-{5A880B98-B93E-44A5-9BA0-B3B6FC792AE2}" dt="2022-04-08T09:08:11.307" v="2"/>
        <pc:sldMkLst>
          <pc:docMk/>
          <pc:sldMk cId="3656245016" sldId="265"/>
        </pc:sldMkLst>
        <pc:spChg chg="add del mod">
          <ac:chgData name="Jakub Warjas" userId="S::10777198_cityplym.ac.uk#ext#@mborijnland.onmicrosoft.com::2a807430-fe50-4fe1-ba29-b4287a2e3d53" providerId="AD" clId="Web-{5A880B98-B93E-44A5-9BA0-B3B6FC792AE2}" dt="2022-04-08T09:08:11.307" v="2"/>
          <ac:spMkLst>
            <pc:docMk/>
            <pc:sldMk cId="3656245016" sldId="265"/>
            <ac:spMk id="3" creationId="{405AF260-9185-AEA6-DA94-A153CC53B6BA}"/>
          </ac:spMkLst>
        </pc:spChg>
      </pc:sldChg>
    </pc:docChg>
  </pc:docChgLst>
  <pc:docChgLst>
    <pc:chgData name="Jakub Warjas" userId="S::10777198_cityplym.ac.uk#ext#@mborijnland.onmicrosoft.com::2a807430-fe50-4fe1-ba29-b4287a2e3d53" providerId="AD" clId="Web-{A019AAD6-4D40-472D-9A6C-C270BF2E3EF9}"/>
    <pc:docChg chg="modSld modMainMaster">
      <pc:chgData name="Jakub Warjas" userId="S::10777198_cityplym.ac.uk#ext#@mborijnland.onmicrosoft.com::2a807430-fe50-4fe1-ba29-b4287a2e3d53" providerId="AD" clId="Web-{A019AAD6-4D40-472D-9A6C-C270BF2E3EF9}" dt="2022-04-08T08:57:35.195" v="1"/>
      <pc:docMkLst>
        <pc:docMk/>
      </pc:docMkLst>
      <pc:sldChg chg="modTransition">
        <pc:chgData name="Jakub Warjas" userId="S::10777198_cityplym.ac.uk#ext#@mborijnland.onmicrosoft.com::2a807430-fe50-4fe1-ba29-b4287a2e3d53" providerId="AD" clId="Web-{A019AAD6-4D40-472D-9A6C-C270BF2E3EF9}" dt="2022-04-08T08:57:35.195" v="1"/>
        <pc:sldMkLst>
          <pc:docMk/>
          <pc:sldMk cId="0" sldId="256"/>
        </pc:sldMkLst>
      </pc:sldChg>
      <pc:sldChg chg="modTransition">
        <pc:chgData name="Jakub Warjas" userId="S::10777198_cityplym.ac.uk#ext#@mborijnland.onmicrosoft.com::2a807430-fe50-4fe1-ba29-b4287a2e3d53" providerId="AD" clId="Web-{A019AAD6-4D40-472D-9A6C-C270BF2E3EF9}" dt="2022-04-08T08:57:35.195" v="1"/>
        <pc:sldMkLst>
          <pc:docMk/>
          <pc:sldMk cId="0" sldId="257"/>
        </pc:sldMkLst>
      </pc:sldChg>
      <pc:sldChg chg="modTransition">
        <pc:chgData name="Jakub Warjas" userId="S::10777198_cityplym.ac.uk#ext#@mborijnland.onmicrosoft.com::2a807430-fe50-4fe1-ba29-b4287a2e3d53" providerId="AD" clId="Web-{A019AAD6-4D40-472D-9A6C-C270BF2E3EF9}" dt="2022-04-08T08:57:35.195" v="1"/>
        <pc:sldMkLst>
          <pc:docMk/>
          <pc:sldMk cId="0" sldId="258"/>
        </pc:sldMkLst>
      </pc:sldChg>
      <pc:sldChg chg="modTransition">
        <pc:chgData name="Jakub Warjas" userId="S::10777198_cityplym.ac.uk#ext#@mborijnland.onmicrosoft.com::2a807430-fe50-4fe1-ba29-b4287a2e3d53" providerId="AD" clId="Web-{A019AAD6-4D40-472D-9A6C-C270BF2E3EF9}" dt="2022-04-08T08:57:35.195" v="1"/>
        <pc:sldMkLst>
          <pc:docMk/>
          <pc:sldMk cId="0" sldId="259"/>
        </pc:sldMkLst>
      </pc:sldChg>
      <pc:sldChg chg="modTransition">
        <pc:chgData name="Jakub Warjas" userId="S::10777198_cityplym.ac.uk#ext#@mborijnland.onmicrosoft.com::2a807430-fe50-4fe1-ba29-b4287a2e3d53" providerId="AD" clId="Web-{A019AAD6-4D40-472D-9A6C-C270BF2E3EF9}" dt="2022-04-08T08:57:35.195" v="1"/>
        <pc:sldMkLst>
          <pc:docMk/>
          <pc:sldMk cId="0" sldId="260"/>
        </pc:sldMkLst>
      </pc:sldChg>
      <pc:sldChg chg="modTransition">
        <pc:chgData name="Jakub Warjas" userId="S::10777198_cityplym.ac.uk#ext#@mborijnland.onmicrosoft.com::2a807430-fe50-4fe1-ba29-b4287a2e3d53" providerId="AD" clId="Web-{A019AAD6-4D40-472D-9A6C-C270BF2E3EF9}" dt="2022-04-08T08:57:35.195" v="1"/>
        <pc:sldMkLst>
          <pc:docMk/>
          <pc:sldMk cId="0" sldId="261"/>
        </pc:sldMkLst>
      </pc:sldChg>
      <pc:sldChg chg="modTransition">
        <pc:chgData name="Jakub Warjas" userId="S::10777198_cityplym.ac.uk#ext#@mborijnland.onmicrosoft.com::2a807430-fe50-4fe1-ba29-b4287a2e3d53" providerId="AD" clId="Web-{A019AAD6-4D40-472D-9A6C-C270BF2E3EF9}" dt="2022-04-08T08:57:35.195" v="1"/>
        <pc:sldMkLst>
          <pc:docMk/>
          <pc:sldMk cId="0" sldId="262"/>
        </pc:sldMkLst>
      </pc:sldChg>
      <pc:sldChg chg="modTransition">
        <pc:chgData name="Jakub Warjas" userId="S::10777198_cityplym.ac.uk#ext#@mborijnland.onmicrosoft.com::2a807430-fe50-4fe1-ba29-b4287a2e3d53" providerId="AD" clId="Web-{A019AAD6-4D40-472D-9A6C-C270BF2E3EF9}" dt="2022-04-08T08:57:35.195" v="1"/>
        <pc:sldMkLst>
          <pc:docMk/>
          <pc:sldMk cId="0" sldId="263"/>
        </pc:sldMkLst>
      </pc:sldChg>
      <pc:sldChg chg="modTransition">
        <pc:chgData name="Jakub Warjas" userId="S::10777198_cityplym.ac.uk#ext#@mborijnland.onmicrosoft.com::2a807430-fe50-4fe1-ba29-b4287a2e3d53" providerId="AD" clId="Web-{A019AAD6-4D40-472D-9A6C-C270BF2E3EF9}" dt="2022-04-08T08:57:35.195" v="1"/>
        <pc:sldMkLst>
          <pc:docMk/>
          <pc:sldMk cId="0" sldId="264"/>
        </pc:sldMkLst>
      </pc:sldChg>
      <pc:sldMasterChg chg="modTransition modSldLayout">
        <pc:chgData name="Jakub Warjas" userId="S::10777198_cityplym.ac.uk#ext#@mborijnland.onmicrosoft.com::2a807430-fe50-4fe1-ba29-b4287a2e3d53" providerId="AD" clId="Web-{A019AAD6-4D40-472D-9A6C-C270BF2E3EF9}" dt="2022-04-08T08:57:35.195" v="1"/>
        <pc:sldMasterMkLst>
          <pc:docMk/>
          <pc:sldMasterMk cId="0" sldId="2147483659"/>
        </pc:sldMasterMkLst>
        <pc:sldLayoutChg chg="modTransition">
          <pc:chgData name="Jakub Warjas" userId="S::10777198_cityplym.ac.uk#ext#@mborijnland.onmicrosoft.com::2a807430-fe50-4fe1-ba29-b4287a2e3d53" providerId="AD" clId="Web-{A019AAD6-4D40-472D-9A6C-C270BF2E3EF9}" dt="2022-04-08T08:57:35.195" v="1"/>
          <pc:sldLayoutMkLst>
            <pc:docMk/>
            <pc:sldMasterMk cId="0" sldId="2147483659"/>
            <pc:sldLayoutMk cId="0" sldId="2147483648"/>
          </pc:sldLayoutMkLst>
        </pc:sldLayoutChg>
        <pc:sldLayoutChg chg="modTransition">
          <pc:chgData name="Jakub Warjas" userId="S::10777198_cityplym.ac.uk#ext#@mborijnland.onmicrosoft.com::2a807430-fe50-4fe1-ba29-b4287a2e3d53" providerId="AD" clId="Web-{A019AAD6-4D40-472D-9A6C-C270BF2E3EF9}" dt="2022-04-08T08:57:35.195" v="1"/>
          <pc:sldLayoutMkLst>
            <pc:docMk/>
            <pc:sldMasterMk cId="0" sldId="2147483659"/>
            <pc:sldLayoutMk cId="0" sldId="2147483649"/>
          </pc:sldLayoutMkLst>
        </pc:sldLayoutChg>
        <pc:sldLayoutChg chg="modTransition">
          <pc:chgData name="Jakub Warjas" userId="S::10777198_cityplym.ac.uk#ext#@mborijnland.onmicrosoft.com::2a807430-fe50-4fe1-ba29-b4287a2e3d53" providerId="AD" clId="Web-{A019AAD6-4D40-472D-9A6C-C270BF2E3EF9}" dt="2022-04-08T08:57:35.195" v="1"/>
          <pc:sldLayoutMkLst>
            <pc:docMk/>
            <pc:sldMasterMk cId="0" sldId="2147483659"/>
            <pc:sldLayoutMk cId="0" sldId="2147483650"/>
          </pc:sldLayoutMkLst>
        </pc:sldLayoutChg>
        <pc:sldLayoutChg chg="modTransition">
          <pc:chgData name="Jakub Warjas" userId="S::10777198_cityplym.ac.uk#ext#@mborijnland.onmicrosoft.com::2a807430-fe50-4fe1-ba29-b4287a2e3d53" providerId="AD" clId="Web-{A019AAD6-4D40-472D-9A6C-C270BF2E3EF9}" dt="2022-04-08T08:57:35.195" v="1"/>
          <pc:sldLayoutMkLst>
            <pc:docMk/>
            <pc:sldMasterMk cId="0" sldId="2147483659"/>
            <pc:sldLayoutMk cId="0" sldId="2147483651"/>
          </pc:sldLayoutMkLst>
        </pc:sldLayoutChg>
        <pc:sldLayoutChg chg="modTransition">
          <pc:chgData name="Jakub Warjas" userId="S::10777198_cityplym.ac.uk#ext#@mborijnland.onmicrosoft.com::2a807430-fe50-4fe1-ba29-b4287a2e3d53" providerId="AD" clId="Web-{A019AAD6-4D40-472D-9A6C-C270BF2E3EF9}" dt="2022-04-08T08:57:35.195" v="1"/>
          <pc:sldLayoutMkLst>
            <pc:docMk/>
            <pc:sldMasterMk cId="0" sldId="2147483659"/>
            <pc:sldLayoutMk cId="0" sldId="2147483652"/>
          </pc:sldLayoutMkLst>
        </pc:sldLayoutChg>
        <pc:sldLayoutChg chg="modTransition">
          <pc:chgData name="Jakub Warjas" userId="S::10777198_cityplym.ac.uk#ext#@mborijnland.onmicrosoft.com::2a807430-fe50-4fe1-ba29-b4287a2e3d53" providerId="AD" clId="Web-{A019AAD6-4D40-472D-9A6C-C270BF2E3EF9}" dt="2022-04-08T08:57:35.195" v="1"/>
          <pc:sldLayoutMkLst>
            <pc:docMk/>
            <pc:sldMasterMk cId="0" sldId="2147483659"/>
            <pc:sldLayoutMk cId="0" sldId="2147483653"/>
          </pc:sldLayoutMkLst>
        </pc:sldLayoutChg>
        <pc:sldLayoutChg chg="modTransition">
          <pc:chgData name="Jakub Warjas" userId="S::10777198_cityplym.ac.uk#ext#@mborijnland.onmicrosoft.com::2a807430-fe50-4fe1-ba29-b4287a2e3d53" providerId="AD" clId="Web-{A019AAD6-4D40-472D-9A6C-C270BF2E3EF9}" dt="2022-04-08T08:57:35.195" v="1"/>
          <pc:sldLayoutMkLst>
            <pc:docMk/>
            <pc:sldMasterMk cId="0" sldId="2147483659"/>
            <pc:sldLayoutMk cId="0" sldId="2147483654"/>
          </pc:sldLayoutMkLst>
        </pc:sldLayoutChg>
        <pc:sldLayoutChg chg="modTransition">
          <pc:chgData name="Jakub Warjas" userId="S::10777198_cityplym.ac.uk#ext#@mborijnland.onmicrosoft.com::2a807430-fe50-4fe1-ba29-b4287a2e3d53" providerId="AD" clId="Web-{A019AAD6-4D40-472D-9A6C-C270BF2E3EF9}" dt="2022-04-08T08:57:35.195" v="1"/>
          <pc:sldLayoutMkLst>
            <pc:docMk/>
            <pc:sldMasterMk cId="0" sldId="2147483659"/>
            <pc:sldLayoutMk cId="0" sldId="2147483655"/>
          </pc:sldLayoutMkLst>
        </pc:sldLayoutChg>
        <pc:sldLayoutChg chg="modTransition">
          <pc:chgData name="Jakub Warjas" userId="S::10777198_cityplym.ac.uk#ext#@mborijnland.onmicrosoft.com::2a807430-fe50-4fe1-ba29-b4287a2e3d53" providerId="AD" clId="Web-{A019AAD6-4D40-472D-9A6C-C270BF2E3EF9}" dt="2022-04-08T08:57:35.195" v="1"/>
          <pc:sldLayoutMkLst>
            <pc:docMk/>
            <pc:sldMasterMk cId="0" sldId="2147483659"/>
            <pc:sldLayoutMk cId="0" sldId="2147483656"/>
          </pc:sldLayoutMkLst>
        </pc:sldLayoutChg>
        <pc:sldLayoutChg chg="modTransition">
          <pc:chgData name="Jakub Warjas" userId="S::10777198_cityplym.ac.uk#ext#@mborijnland.onmicrosoft.com::2a807430-fe50-4fe1-ba29-b4287a2e3d53" providerId="AD" clId="Web-{A019AAD6-4D40-472D-9A6C-C270BF2E3EF9}" dt="2022-04-08T08:57:35.195" v="1"/>
          <pc:sldLayoutMkLst>
            <pc:docMk/>
            <pc:sldMasterMk cId="0" sldId="2147483659"/>
            <pc:sldLayoutMk cId="0" sldId="2147483657"/>
          </pc:sldLayoutMkLst>
        </pc:sldLayoutChg>
        <pc:sldLayoutChg chg="modTransition">
          <pc:chgData name="Jakub Warjas" userId="S::10777198_cityplym.ac.uk#ext#@mborijnland.onmicrosoft.com::2a807430-fe50-4fe1-ba29-b4287a2e3d53" providerId="AD" clId="Web-{A019AAD6-4D40-472D-9A6C-C270BF2E3EF9}" dt="2022-04-08T08:57:35.195" v="1"/>
          <pc:sldLayoutMkLst>
            <pc:docMk/>
            <pc:sldMasterMk cId="0" sldId="2147483659"/>
            <pc:sldLayoutMk cId="0" sldId="2147483658"/>
          </pc:sldLayoutMkLst>
        </pc:sldLayoutChg>
      </pc:sldMasterChg>
    </pc:docChg>
  </pc:docChgLst>
  <pc:docChgLst>
    <pc:chgData name="Max" userId="33b5b86c-902c-43fc-8760-a418d79c65c5" providerId="ADAL" clId="{5597F0E2-0F7F-4D1C-967C-C70AAADB10DB}"/>
    <pc:docChg chg="custSel modSld">
      <pc:chgData name="Max" userId="33b5b86c-902c-43fc-8760-a418d79c65c5" providerId="ADAL" clId="{5597F0E2-0F7F-4D1C-967C-C70AAADB10DB}" dt="2022-04-01T13:31:35.289" v="1" actId="27636"/>
      <pc:docMkLst>
        <pc:docMk/>
      </pc:docMkLst>
      <pc:sldChg chg="modSp mod">
        <pc:chgData name="Max" userId="33b5b86c-902c-43fc-8760-a418d79c65c5" providerId="ADAL" clId="{5597F0E2-0F7F-4D1C-967C-C70AAADB10DB}" dt="2022-04-01T13:31:35.253" v="0" actId="27636"/>
        <pc:sldMkLst>
          <pc:docMk/>
          <pc:sldMk cId="0" sldId="257"/>
        </pc:sldMkLst>
        <pc:spChg chg="mod">
          <ac:chgData name="Max" userId="33b5b86c-902c-43fc-8760-a418d79c65c5" providerId="ADAL" clId="{5597F0E2-0F7F-4D1C-967C-C70AAADB10DB}" dt="2022-04-01T13:31:35.253" v="0" actId="27636"/>
          <ac:spMkLst>
            <pc:docMk/>
            <pc:sldMk cId="0" sldId="257"/>
            <ac:spMk id="66" creationId="{00000000-0000-0000-0000-000000000000}"/>
          </ac:spMkLst>
        </pc:spChg>
      </pc:sldChg>
      <pc:sldChg chg="modSp mod">
        <pc:chgData name="Max" userId="33b5b86c-902c-43fc-8760-a418d79c65c5" providerId="ADAL" clId="{5597F0E2-0F7F-4D1C-967C-C70AAADB10DB}" dt="2022-04-01T13:31:35.289" v="1" actId="27636"/>
        <pc:sldMkLst>
          <pc:docMk/>
          <pc:sldMk cId="0" sldId="263"/>
        </pc:sldMkLst>
        <pc:spChg chg="mod">
          <ac:chgData name="Max" userId="33b5b86c-902c-43fc-8760-a418d79c65c5" providerId="ADAL" clId="{5597F0E2-0F7F-4D1C-967C-C70AAADB10DB}" dt="2022-04-01T13:31:35.289" v="1" actId="27636"/>
          <ac:spMkLst>
            <pc:docMk/>
            <pc:sldMk cId="0" sldId="263"/>
            <ac:spMk id="121" creationId="{00000000-0000-0000-0000-000000000000}"/>
          </ac:spMkLst>
        </pc:spChg>
      </pc:sldChg>
    </pc:docChg>
  </pc:docChgLst>
  <pc:docChgLst>
    <pc:chgData name="Jakub Warjas" userId="S::10777198_cityplym.ac.uk#ext#@mborijnland.onmicrosoft.com::2a807430-fe50-4fe1-ba29-b4287a2e3d53" providerId="AD" clId="Web-{E83BF1B5-55BD-435B-B498-D80A827B9267}"/>
    <pc:docChg chg="addSld modSld">
      <pc:chgData name="Jakub Warjas" userId="S::10777198_cityplym.ac.uk#ext#@mborijnland.onmicrosoft.com::2a807430-fe50-4fe1-ba29-b4287a2e3d53" providerId="AD" clId="Web-{E83BF1B5-55BD-435B-B498-D80A827B9267}" dt="2022-04-08T09:07:07.387" v="10"/>
      <pc:docMkLst>
        <pc:docMk/>
      </pc:docMkLst>
      <pc:sldChg chg="delSp modSp new">
        <pc:chgData name="Jakub Warjas" userId="S::10777198_cityplym.ac.uk#ext#@mborijnland.onmicrosoft.com::2a807430-fe50-4fe1-ba29-b4287a2e3d53" providerId="AD" clId="Web-{E83BF1B5-55BD-435B-B498-D80A827B9267}" dt="2022-04-08T09:07:07.387" v="10"/>
        <pc:sldMkLst>
          <pc:docMk/>
          <pc:sldMk cId="3656245016" sldId="265"/>
        </pc:sldMkLst>
        <pc:spChg chg="mod">
          <ac:chgData name="Jakub Warjas" userId="S::10777198_cityplym.ac.uk#ext#@mborijnland.onmicrosoft.com::2a807430-fe50-4fe1-ba29-b4287a2e3d53" providerId="AD" clId="Web-{E83BF1B5-55BD-435B-B498-D80A827B9267}" dt="2022-04-08T09:07:04.418" v="9" actId="20577"/>
          <ac:spMkLst>
            <pc:docMk/>
            <pc:sldMk cId="3656245016" sldId="265"/>
            <ac:spMk id="2" creationId="{E3FAF666-8DC3-6A4F-9947-DDCF57E4CEFB}"/>
          </ac:spMkLst>
        </pc:spChg>
        <pc:spChg chg="del">
          <ac:chgData name="Jakub Warjas" userId="S::10777198_cityplym.ac.uk#ext#@mborijnland.onmicrosoft.com::2a807430-fe50-4fe1-ba29-b4287a2e3d53" providerId="AD" clId="Web-{E83BF1B5-55BD-435B-B498-D80A827B9267}" dt="2022-04-08T09:07:07.387" v="10"/>
          <ac:spMkLst>
            <pc:docMk/>
            <pc:sldMk cId="3656245016" sldId="265"/>
            <ac:spMk id="3" creationId="{CF8AB576-9D70-728E-D088-73C8C662E748}"/>
          </ac:spMkLst>
        </pc:spChg>
      </pc:sldChg>
    </pc:docChg>
  </pc:docChgLst>
  <pc:docChgLst>
    <pc:chgData name="Jakub Warjas" userId="S::10777198_cityplym.ac.uk#ext#@mborijnland.onmicrosoft.com::2a807430-fe50-4fe1-ba29-b4287a2e3d53" providerId="AD" clId="Web-{7BFBC048-D387-4C73-B6DF-DACE5C0F2767}"/>
    <pc:docChg chg="modSld">
      <pc:chgData name="Jakub Warjas" userId="S::10777198_cityplym.ac.uk#ext#@mborijnland.onmicrosoft.com::2a807430-fe50-4fe1-ba29-b4287a2e3d53" providerId="AD" clId="Web-{7BFBC048-D387-4C73-B6DF-DACE5C0F2767}" dt="2022-04-08T09:22:24.355" v="104" actId="14100"/>
      <pc:docMkLst>
        <pc:docMk/>
      </pc:docMkLst>
      <pc:sldChg chg="addSp delSp modSp">
        <pc:chgData name="Jakub Warjas" userId="S::10777198_cityplym.ac.uk#ext#@mborijnland.onmicrosoft.com::2a807430-fe50-4fe1-ba29-b4287a2e3d53" providerId="AD" clId="Web-{7BFBC048-D387-4C73-B6DF-DACE5C0F2767}" dt="2022-04-08T09:22:24.355" v="104" actId="14100"/>
        <pc:sldMkLst>
          <pc:docMk/>
          <pc:sldMk cId="3656245016" sldId="265"/>
        </pc:sldMkLst>
        <pc:spChg chg="add del">
          <ac:chgData name="Jakub Warjas" userId="S::10777198_cityplym.ac.uk#ext#@mborijnland.onmicrosoft.com::2a807430-fe50-4fe1-ba29-b4287a2e3d53" providerId="AD" clId="Web-{7BFBC048-D387-4C73-B6DF-DACE5C0F2767}" dt="2022-04-08T09:13:42.029" v="67"/>
          <ac:spMkLst>
            <pc:docMk/>
            <pc:sldMk cId="3656245016" sldId="265"/>
            <ac:spMk id="5" creationId="{A2FAEC0A-B210-CCA5-9B33-863CA12943FD}"/>
          </ac:spMkLst>
        </pc:spChg>
        <pc:spChg chg="add mod">
          <ac:chgData name="Jakub Warjas" userId="S::10777198_cityplym.ac.uk#ext#@mborijnland.onmicrosoft.com::2a807430-fe50-4fe1-ba29-b4287a2e3d53" providerId="AD" clId="Web-{7BFBC048-D387-4C73-B6DF-DACE5C0F2767}" dt="2022-04-08T09:11:57.260" v="56" actId="1076"/>
          <ac:spMkLst>
            <pc:docMk/>
            <pc:sldMk cId="3656245016" sldId="265"/>
            <ac:spMk id="6" creationId="{58466507-F5AC-E7C8-DBB3-310AB9545A9D}"/>
          </ac:spMkLst>
        </pc:spChg>
        <pc:spChg chg="add mod">
          <ac:chgData name="Jakub Warjas" userId="S::10777198_cityplym.ac.uk#ext#@mborijnland.onmicrosoft.com::2a807430-fe50-4fe1-ba29-b4287a2e3d53" providerId="AD" clId="Web-{7BFBC048-D387-4C73-B6DF-DACE5C0F2767}" dt="2022-04-08T09:11:52.057" v="55" actId="14100"/>
          <ac:spMkLst>
            <pc:docMk/>
            <pc:sldMk cId="3656245016" sldId="265"/>
            <ac:spMk id="7" creationId="{24E95684-AC57-E7D8-3E1D-7895B7531172}"/>
          </ac:spMkLst>
        </pc:spChg>
        <pc:spChg chg="add mod">
          <ac:chgData name="Jakub Warjas" userId="S::10777198_cityplym.ac.uk#ext#@mborijnland.onmicrosoft.com::2a807430-fe50-4fe1-ba29-b4287a2e3d53" providerId="AD" clId="Web-{7BFBC048-D387-4C73-B6DF-DACE5C0F2767}" dt="2022-04-08T09:17:50.942" v="77" actId="20577"/>
          <ac:spMkLst>
            <pc:docMk/>
            <pc:sldMk cId="3656245016" sldId="265"/>
            <ac:spMk id="8" creationId="{D0C42DEB-C7DD-8918-96CC-65224A1E63E2}"/>
          </ac:spMkLst>
        </pc:spChg>
        <pc:spChg chg="add mod">
          <ac:chgData name="Jakub Warjas" userId="S::10777198_cityplym.ac.uk#ext#@mborijnland.onmicrosoft.com::2a807430-fe50-4fe1-ba29-b4287a2e3d53" providerId="AD" clId="Web-{7BFBC048-D387-4C73-B6DF-DACE5C0F2767}" dt="2022-04-08T09:22:24.355" v="104" actId="14100"/>
          <ac:spMkLst>
            <pc:docMk/>
            <pc:sldMk cId="3656245016" sldId="265"/>
            <ac:spMk id="11" creationId="{69F091E6-8621-C925-E5C8-F1F4459E2BD7}"/>
          </ac:spMkLst>
        </pc:spChg>
        <pc:picChg chg="add mod">
          <ac:chgData name="Jakub Warjas" userId="S::10777198_cityplym.ac.uk#ext#@mborijnland.onmicrosoft.com::2a807430-fe50-4fe1-ba29-b4287a2e3d53" providerId="AD" clId="Web-{7BFBC048-D387-4C73-B6DF-DACE5C0F2767}" dt="2022-04-08T09:13:53.154" v="73" actId="14100"/>
          <ac:picMkLst>
            <pc:docMk/>
            <pc:sldMk cId="3656245016" sldId="265"/>
            <ac:picMk id="3" creationId="{C477F560-1D2B-EFB4-7475-C8EE81DAB673}"/>
          </ac:picMkLst>
        </pc:picChg>
        <pc:picChg chg="add mod modCrop">
          <ac:chgData name="Jakub Warjas" userId="S::10777198_cityplym.ac.uk#ext#@mborijnland.onmicrosoft.com::2a807430-fe50-4fe1-ba29-b4287a2e3d53" providerId="AD" clId="Web-{7BFBC048-D387-4C73-B6DF-DACE5C0F2767}" dt="2022-04-08T09:14:05.873" v="76"/>
          <ac:picMkLst>
            <pc:docMk/>
            <pc:sldMk cId="3656245016" sldId="265"/>
            <ac:picMk id="9" creationId="{2CEEAC34-17A7-9F3A-64A0-4A4CBBA564DE}"/>
          </ac:picMkLst>
        </pc:picChg>
        <pc:picChg chg="add del mod">
          <ac:chgData name="Jakub Warjas" userId="S::10777198_cityplym.ac.uk#ext#@mborijnland.onmicrosoft.com::2a807430-fe50-4fe1-ba29-b4287a2e3d53" providerId="AD" clId="Web-{7BFBC048-D387-4C73-B6DF-DACE5C0F2767}" dt="2022-04-08T09:22:00.651" v="79"/>
          <ac:picMkLst>
            <pc:docMk/>
            <pc:sldMk cId="3656245016" sldId="265"/>
            <ac:picMk id="10" creationId="{AAE97ACB-F952-FCDF-6C5A-6EE00051B464}"/>
          </ac:picMkLst>
        </pc:picChg>
      </pc:sldChg>
    </pc:docChg>
  </pc:docChgLst>
  <pc:docChgLst>
    <pc:chgData name="Jakub Warjas" userId="S::10777198_cityplym.ac.uk#ext#@mborijnland.onmicrosoft.com::2a807430-fe50-4fe1-ba29-b4287a2e3d53" providerId="AD" clId="Web-{A63EE659-9DC6-4F98-BB2B-046B16C3AB75}"/>
    <pc:docChg chg="modSld">
      <pc:chgData name="Jakub Warjas" userId="S::10777198_cityplym.ac.uk#ext#@mborijnland.onmicrosoft.com::2a807430-fe50-4fe1-ba29-b4287a2e3d53" providerId="AD" clId="Web-{A63EE659-9DC6-4F98-BB2B-046B16C3AB75}" dt="2022-04-08T09:29:58.380" v="9" actId="20577"/>
      <pc:docMkLst>
        <pc:docMk/>
      </pc:docMkLst>
      <pc:sldChg chg="modSp">
        <pc:chgData name="Jakub Warjas" userId="S::10777198_cityplym.ac.uk#ext#@mborijnland.onmicrosoft.com::2a807430-fe50-4fe1-ba29-b4287a2e3d53" providerId="AD" clId="Web-{A63EE659-9DC6-4F98-BB2B-046B16C3AB75}" dt="2022-04-08T09:29:58.380" v="9" actId="20577"/>
        <pc:sldMkLst>
          <pc:docMk/>
          <pc:sldMk cId="0" sldId="256"/>
        </pc:sldMkLst>
        <pc:spChg chg="mod">
          <ac:chgData name="Jakub Warjas" userId="S::10777198_cityplym.ac.uk#ext#@mborijnland.onmicrosoft.com::2a807430-fe50-4fe1-ba29-b4287a2e3d53" providerId="AD" clId="Web-{A63EE659-9DC6-4F98-BB2B-046B16C3AB75}" dt="2022-04-08T09:29:58.380" v="9" actId="20577"/>
          <ac:spMkLst>
            <pc:docMk/>
            <pc:sldMk cId="0" sldId="256"/>
            <ac:spMk id="58" creationId="{00000000-0000-0000-0000-000000000000}"/>
          </ac:spMkLst>
        </pc:spChg>
      </pc:sldChg>
    </pc:docChg>
  </pc:docChgLst>
  <pc:docChgLst>
    <pc:chgData name="Jakub Warjas" userId="S::10777198_cityplym.ac.uk#ext#@mborijnland.onmicrosoft.com::2a807430-fe50-4fe1-ba29-b4287a2e3d53" providerId="AD" clId="Web-{9E009705-FFBF-454C-A3E9-883B9EA29B50}"/>
    <pc:docChg chg="modSld">
      <pc:chgData name="Jakub Warjas" userId="S::10777198_cityplym.ac.uk#ext#@mborijnland.onmicrosoft.com::2a807430-fe50-4fe1-ba29-b4287a2e3d53" providerId="AD" clId="Web-{9E009705-FFBF-454C-A3E9-883B9EA29B50}" dt="2022-04-08T08:56:02.420" v="3"/>
      <pc:docMkLst>
        <pc:docMk/>
      </pc:docMkLst>
      <pc:sldChg chg="modTransition">
        <pc:chgData name="Jakub Warjas" userId="S::10777198_cityplym.ac.uk#ext#@mborijnland.onmicrosoft.com::2a807430-fe50-4fe1-ba29-b4287a2e3d53" providerId="AD" clId="Web-{9E009705-FFBF-454C-A3E9-883B9EA29B50}" dt="2022-04-08T08:56:02.420" v="3"/>
        <pc:sldMkLst>
          <pc:docMk/>
          <pc:sldMk cId="0" sldId="25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 name="Google Shape;5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120d957da3f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120d957da3f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120d957da3f_0_6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120d957da3f_0_6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1212f2691de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1212f2691de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120d957da3f_0_6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120d957da3f_0_6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120d957da3f_0_6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120d957da3f_0_6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120d957da3f_0_7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120d957da3f_0_7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120d957da3f_0_7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120d957da3f_0_7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120d957da3f_0_7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120d957da3f_0_7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9144000" cy="34290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txBox="1">
            <a:spLocks noGrp="1"/>
          </p:cNvSpPr>
          <p:nvPr>
            <p:ph type="ctrTitle"/>
          </p:nvPr>
        </p:nvSpPr>
        <p:spPr>
          <a:xfrm>
            <a:off x="311700" y="392150"/>
            <a:ext cx="8520600" cy="26904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8000"/>
              <a:buNone/>
              <a:defRPr sz="8000"/>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a:endParaRPr/>
          </a:p>
        </p:txBody>
      </p:sp>
      <p:sp>
        <p:nvSpPr>
          <p:cNvPr id="12" name="Google Shape;12;p2"/>
          <p:cNvSpPr txBox="1">
            <a:spLocks noGrp="1"/>
          </p:cNvSpPr>
          <p:nvPr>
            <p:ph type="subTitle" idx="1"/>
          </p:nvPr>
        </p:nvSpPr>
        <p:spPr>
          <a:xfrm>
            <a:off x="311700" y="3890400"/>
            <a:ext cx="8520600" cy="706200"/>
          </a:xfrm>
          <a:prstGeom prst="rect">
            <a:avLst/>
          </a:prstGeom>
        </p:spPr>
        <p:txBody>
          <a:bodyPr spcFirstLastPara="1" wrap="square" lIns="91425" tIns="91425" rIns="91425" bIns="91425" anchor="ctr" anchorCtr="0">
            <a:normAutofit/>
          </a:bodyPr>
          <a:lstStyle>
            <a:lvl1pPr lvl="0" algn="ctr">
              <a:lnSpc>
                <a:spcPct val="100000"/>
              </a:lnSpc>
              <a:spcBef>
                <a:spcPts val="0"/>
              </a:spcBef>
              <a:spcAft>
                <a:spcPts val="0"/>
              </a:spcAft>
              <a:buClr>
                <a:schemeClr val="accent1"/>
              </a:buClr>
              <a:buSzPts val="2100"/>
              <a:buNone/>
              <a:defRPr sz="2100" b="1">
                <a:solidFill>
                  <a:schemeClr val="accent1"/>
                </a:solidFill>
              </a:defRPr>
            </a:lvl1pPr>
            <a:lvl2pPr lvl="1" algn="ctr">
              <a:lnSpc>
                <a:spcPct val="100000"/>
              </a:lnSpc>
              <a:spcBef>
                <a:spcPts val="0"/>
              </a:spcBef>
              <a:spcAft>
                <a:spcPts val="0"/>
              </a:spcAft>
              <a:buClr>
                <a:schemeClr val="accent1"/>
              </a:buClr>
              <a:buSzPts val="2100"/>
              <a:buNone/>
              <a:defRPr sz="2100" b="1">
                <a:solidFill>
                  <a:schemeClr val="accent1"/>
                </a:solidFill>
              </a:defRPr>
            </a:lvl2pPr>
            <a:lvl3pPr lvl="2" algn="ctr">
              <a:lnSpc>
                <a:spcPct val="100000"/>
              </a:lnSpc>
              <a:spcBef>
                <a:spcPts val="0"/>
              </a:spcBef>
              <a:spcAft>
                <a:spcPts val="0"/>
              </a:spcAft>
              <a:buClr>
                <a:schemeClr val="accent1"/>
              </a:buClr>
              <a:buSzPts val="2100"/>
              <a:buNone/>
              <a:defRPr sz="2100" b="1">
                <a:solidFill>
                  <a:schemeClr val="accent1"/>
                </a:solidFill>
              </a:defRPr>
            </a:lvl3pPr>
            <a:lvl4pPr lvl="3" algn="ctr">
              <a:lnSpc>
                <a:spcPct val="100000"/>
              </a:lnSpc>
              <a:spcBef>
                <a:spcPts val="0"/>
              </a:spcBef>
              <a:spcAft>
                <a:spcPts val="0"/>
              </a:spcAft>
              <a:buClr>
                <a:schemeClr val="accent1"/>
              </a:buClr>
              <a:buSzPts val="2100"/>
              <a:buNone/>
              <a:defRPr sz="2100" b="1">
                <a:solidFill>
                  <a:schemeClr val="accent1"/>
                </a:solidFill>
              </a:defRPr>
            </a:lvl4pPr>
            <a:lvl5pPr lvl="4" algn="ctr">
              <a:lnSpc>
                <a:spcPct val="100000"/>
              </a:lnSpc>
              <a:spcBef>
                <a:spcPts val="0"/>
              </a:spcBef>
              <a:spcAft>
                <a:spcPts val="0"/>
              </a:spcAft>
              <a:buClr>
                <a:schemeClr val="accent1"/>
              </a:buClr>
              <a:buSzPts val="2100"/>
              <a:buNone/>
              <a:defRPr sz="2100" b="1">
                <a:solidFill>
                  <a:schemeClr val="accent1"/>
                </a:solidFill>
              </a:defRPr>
            </a:lvl5pPr>
            <a:lvl6pPr lvl="5" algn="ctr">
              <a:lnSpc>
                <a:spcPct val="100000"/>
              </a:lnSpc>
              <a:spcBef>
                <a:spcPts val="0"/>
              </a:spcBef>
              <a:spcAft>
                <a:spcPts val="0"/>
              </a:spcAft>
              <a:buClr>
                <a:schemeClr val="accent1"/>
              </a:buClr>
              <a:buSzPts val="2100"/>
              <a:buNone/>
              <a:defRPr sz="2100" b="1">
                <a:solidFill>
                  <a:schemeClr val="accent1"/>
                </a:solidFill>
              </a:defRPr>
            </a:lvl6pPr>
            <a:lvl7pPr lvl="6" algn="ctr">
              <a:lnSpc>
                <a:spcPct val="100000"/>
              </a:lnSpc>
              <a:spcBef>
                <a:spcPts val="0"/>
              </a:spcBef>
              <a:spcAft>
                <a:spcPts val="0"/>
              </a:spcAft>
              <a:buClr>
                <a:schemeClr val="accent1"/>
              </a:buClr>
              <a:buSzPts val="2100"/>
              <a:buNone/>
              <a:defRPr sz="2100" b="1">
                <a:solidFill>
                  <a:schemeClr val="accent1"/>
                </a:solidFill>
              </a:defRPr>
            </a:lvl7pPr>
            <a:lvl8pPr lvl="7" algn="ctr">
              <a:lnSpc>
                <a:spcPct val="100000"/>
              </a:lnSpc>
              <a:spcBef>
                <a:spcPts val="0"/>
              </a:spcBef>
              <a:spcAft>
                <a:spcPts val="0"/>
              </a:spcAft>
              <a:buClr>
                <a:schemeClr val="accent1"/>
              </a:buClr>
              <a:buSzPts val="2100"/>
              <a:buNone/>
              <a:defRPr sz="2100" b="1">
                <a:solidFill>
                  <a:schemeClr val="accent1"/>
                </a:solidFill>
              </a:defRPr>
            </a:lvl8pPr>
            <a:lvl9pPr lvl="8" algn="ctr">
              <a:lnSpc>
                <a:spcPct val="100000"/>
              </a:lnSpc>
              <a:spcBef>
                <a:spcPts val="0"/>
              </a:spcBef>
              <a:spcAft>
                <a:spcPts val="0"/>
              </a:spcAft>
              <a:buClr>
                <a:schemeClr val="accent1"/>
              </a:buClr>
              <a:buSzPts val="2100"/>
              <a:buNone/>
              <a:defRPr sz="2100" b="1">
                <a:solidFill>
                  <a:schemeClr val="accent1"/>
                </a:solidFill>
              </a:defRPr>
            </a:lvl9pPr>
          </a:lstStyle>
          <a:p>
            <a:endParaRPr/>
          </a:p>
        </p:txBody>
      </p:sp>
      <p:sp>
        <p:nvSpPr>
          <p:cNvPr id="13" name="Google Shape;13;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2802750" y="802500"/>
            <a:ext cx="3538500" cy="3538500"/>
          </a:xfrm>
          <a:prstGeom prst="rect">
            <a:avLst/>
          </a:prstGeom>
          <a:solidFill>
            <a:srgbClr val="FFFFFF"/>
          </a:solidFill>
        </p:spPr>
        <p:txBody>
          <a:bodyPr spcFirstLastPara="1" wrap="square" lIns="91425" tIns="91425" rIns="91425" bIns="91425" anchor="ctr" anchorCtr="0">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6" name="Google Shape;16;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19" name="Google Shape;19;p4"/>
          <p:cNvSpPr txBox="1">
            <a:spLocks noGrp="1"/>
          </p:cNvSpPr>
          <p:nvPr>
            <p:ph type="body" idx="1"/>
          </p:nvPr>
        </p:nvSpPr>
        <p:spPr>
          <a:xfrm>
            <a:off x="311700" y="1228675"/>
            <a:ext cx="8520600" cy="33402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0" name="Google Shape;20;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1"/>
        <p:cNvGrpSpPr/>
        <p:nvPr/>
      </p:nvGrpSpPr>
      <p:grpSpPr>
        <a:xfrm>
          <a:off x="0" y="0"/>
          <a:ext cx="0" cy="0"/>
          <a:chOff x="0" y="0"/>
          <a:chExt cx="0" cy="0"/>
        </a:xfrm>
      </p:grpSpPr>
      <p:sp>
        <p:nvSpPr>
          <p:cNvPr id="22" name="Google Shape;22;p5"/>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23" name="Google Shape;23;p5"/>
          <p:cNvSpPr txBox="1">
            <a:spLocks noGrp="1"/>
          </p:cNvSpPr>
          <p:nvPr>
            <p:ph type="body" idx="1"/>
          </p:nvPr>
        </p:nvSpPr>
        <p:spPr>
          <a:xfrm>
            <a:off x="311700" y="1228675"/>
            <a:ext cx="3999900" cy="33402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body" idx="2"/>
          </p:nvPr>
        </p:nvSpPr>
        <p:spPr>
          <a:xfrm>
            <a:off x="4832400" y="1228675"/>
            <a:ext cx="3999900" cy="33402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5" name="Google Shape;25;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6"/>
        <p:cNvGrpSpPr/>
        <p:nvPr/>
      </p:nvGrpSpPr>
      <p:grpSpPr>
        <a:xfrm>
          <a:off x="0" y="0"/>
          <a:ext cx="0" cy="0"/>
          <a:chOff x="0" y="0"/>
          <a:chExt cx="0" cy="0"/>
        </a:xfrm>
      </p:grpSpPr>
      <p:sp>
        <p:nvSpPr>
          <p:cNvPr id="27" name="Google Shape;27;p6"/>
          <p:cNvSpPr txBox="1">
            <a:spLocks noGrp="1"/>
          </p:cNvSpPr>
          <p:nvPr>
            <p:ph type="title"/>
          </p:nvPr>
        </p:nvSpPr>
        <p:spPr>
          <a:xfrm>
            <a:off x="304800" y="309350"/>
            <a:ext cx="8537700" cy="748200"/>
          </a:xfrm>
          <a:prstGeom prst="rect">
            <a:avLst/>
          </a:prstGeom>
        </p:spPr>
        <p:txBody>
          <a:bodyPr spcFirstLastPara="1" wrap="square" lIns="91425" tIns="91425" rIns="91425" bIns="91425" anchor="t" anchorCtr="0">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a:endParaRPr/>
          </a:p>
        </p:txBody>
      </p:sp>
      <p:sp>
        <p:nvSpPr>
          <p:cNvPr id="28" name="Google Shape;28;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9"/>
        <p:cNvGrpSpPr/>
        <p:nvPr/>
      </p:nvGrpSpPr>
      <p:grpSpPr>
        <a:xfrm>
          <a:off x="0" y="0"/>
          <a:ext cx="0" cy="0"/>
          <a:chOff x="0" y="0"/>
          <a:chExt cx="0" cy="0"/>
        </a:xfrm>
      </p:grpSpPr>
      <p:sp>
        <p:nvSpPr>
          <p:cNvPr id="30" name="Google Shape;30;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3000"/>
              <a:buNone/>
              <a:defRPr sz="3000">
                <a:highlight>
                  <a:schemeClr val="dk1"/>
                </a:highlight>
              </a:defRPr>
            </a:lvl1pPr>
            <a:lvl2pPr lvl="1">
              <a:spcBef>
                <a:spcPts val="0"/>
              </a:spcBef>
              <a:spcAft>
                <a:spcPts val="0"/>
              </a:spcAft>
              <a:buSzPts val="3000"/>
              <a:buNone/>
              <a:defRPr sz="3000">
                <a:highlight>
                  <a:schemeClr val="dk1"/>
                </a:highlight>
              </a:defRPr>
            </a:lvl2pPr>
            <a:lvl3pPr lvl="2">
              <a:spcBef>
                <a:spcPts val="0"/>
              </a:spcBef>
              <a:spcAft>
                <a:spcPts val="0"/>
              </a:spcAft>
              <a:buSzPts val="3000"/>
              <a:buNone/>
              <a:defRPr sz="3000">
                <a:highlight>
                  <a:schemeClr val="dk1"/>
                </a:highlight>
              </a:defRPr>
            </a:lvl3pPr>
            <a:lvl4pPr lvl="3">
              <a:spcBef>
                <a:spcPts val="0"/>
              </a:spcBef>
              <a:spcAft>
                <a:spcPts val="0"/>
              </a:spcAft>
              <a:buSzPts val="3000"/>
              <a:buNone/>
              <a:defRPr sz="3000">
                <a:highlight>
                  <a:schemeClr val="dk1"/>
                </a:highlight>
              </a:defRPr>
            </a:lvl4pPr>
            <a:lvl5pPr lvl="4">
              <a:spcBef>
                <a:spcPts val="0"/>
              </a:spcBef>
              <a:spcAft>
                <a:spcPts val="0"/>
              </a:spcAft>
              <a:buSzPts val="3000"/>
              <a:buNone/>
              <a:defRPr sz="3000">
                <a:highlight>
                  <a:schemeClr val="dk1"/>
                </a:highlight>
              </a:defRPr>
            </a:lvl5pPr>
            <a:lvl6pPr lvl="5">
              <a:spcBef>
                <a:spcPts val="0"/>
              </a:spcBef>
              <a:spcAft>
                <a:spcPts val="0"/>
              </a:spcAft>
              <a:buSzPts val="3000"/>
              <a:buNone/>
              <a:defRPr sz="3000">
                <a:highlight>
                  <a:schemeClr val="dk1"/>
                </a:highlight>
              </a:defRPr>
            </a:lvl6pPr>
            <a:lvl7pPr lvl="6">
              <a:spcBef>
                <a:spcPts val="0"/>
              </a:spcBef>
              <a:spcAft>
                <a:spcPts val="0"/>
              </a:spcAft>
              <a:buSzPts val="3000"/>
              <a:buNone/>
              <a:defRPr sz="3000">
                <a:highlight>
                  <a:schemeClr val="dk1"/>
                </a:highlight>
              </a:defRPr>
            </a:lvl7pPr>
            <a:lvl8pPr lvl="7">
              <a:spcBef>
                <a:spcPts val="0"/>
              </a:spcBef>
              <a:spcAft>
                <a:spcPts val="0"/>
              </a:spcAft>
              <a:buSzPts val="3000"/>
              <a:buNone/>
              <a:defRPr sz="3000">
                <a:highlight>
                  <a:schemeClr val="dk1"/>
                </a:highlight>
              </a:defRPr>
            </a:lvl8pPr>
            <a:lvl9pPr lvl="8">
              <a:spcBef>
                <a:spcPts val="0"/>
              </a:spcBef>
              <a:spcAft>
                <a:spcPts val="0"/>
              </a:spcAft>
              <a:buSzPts val="3000"/>
              <a:buNone/>
              <a:defRPr sz="3000">
                <a:highlight>
                  <a:schemeClr val="dk1"/>
                </a:highlight>
              </a:defRPr>
            </a:lvl9pPr>
          </a:lstStyle>
          <a:p>
            <a:endParaRPr/>
          </a:p>
        </p:txBody>
      </p:sp>
      <p:sp>
        <p:nvSpPr>
          <p:cNvPr id="31" name="Google Shape;31;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2" name="Google Shape;32;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4"/>
        </a:solidFill>
        <a:effectLst/>
      </p:bgPr>
    </p:bg>
    <p:spTree>
      <p:nvGrpSpPr>
        <p:cNvPr id="1" name="Shape 33"/>
        <p:cNvGrpSpPr/>
        <p:nvPr/>
      </p:nvGrpSpPr>
      <p:grpSpPr>
        <a:xfrm>
          <a:off x="0" y="0"/>
          <a:ext cx="0" cy="0"/>
          <a:chOff x="0" y="0"/>
          <a:chExt cx="0" cy="0"/>
        </a:xfrm>
      </p:grpSpPr>
      <p:sp>
        <p:nvSpPr>
          <p:cNvPr id="34" name="Google Shape;34;p8"/>
          <p:cNvSpPr txBox="1">
            <a:spLocks noGrp="1"/>
          </p:cNvSpPr>
          <p:nvPr>
            <p:ph type="title"/>
          </p:nvPr>
        </p:nvSpPr>
        <p:spPr>
          <a:xfrm>
            <a:off x="490250" y="526350"/>
            <a:ext cx="5618700" cy="4090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6000"/>
              <a:buNone/>
              <a:defRPr sz="6000">
                <a:solidFill>
                  <a:schemeClr val="lt1"/>
                </a:solidFill>
              </a:defRPr>
            </a:lvl1pPr>
            <a:lvl2pPr lvl="1">
              <a:spcBef>
                <a:spcPts val="0"/>
              </a:spcBef>
              <a:spcAft>
                <a:spcPts val="0"/>
              </a:spcAft>
              <a:buClr>
                <a:schemeClr val="lt1"/>
              </a:buClr>
              <a:buSzPts val="6000"/>
              <a:buNone/>
              <a:defRPr sz="6000">
                <a:solidFill>
                  <a:schemeClr val="lt1"/>
                </a:solidFill>
              </a:defRPr>
            </a:lvl2pPr>
            <a:lvl3pPr lvl="2">
              <a:spcBef>
                <a:spcPts val="0"/>
              </a:spcBef>
              <a:spcAft>
                <a:spcPts val="0"/>
              </a:spcAft>
              <a:buClr>
                <a:schemeClr val="lt1"/>
              </a:buClr>
              <a:buSzPts val="6000"/>
              <a:buNone/>
              <a:defRPr sz="6000">
                <a:solidFill>
                  <a:schemeClr val="lt1"/>
                </a:solidFill>
              </a:defRPr>
            </a:lvl3pPr>
            <a:lvl4pPr lvl="3">
              <a:spcBef>
                <a:spcPts val="0"/>
              </a:spcBef>
              <a:spcAft>
                <a:spcPts val="0"/>
              </a:spcAft>
              <a:buClr>
                <a:schemeClr val="lt1"/>
              </a:buClr>
              <a:buSzPts val="6000"/>
              <a:buNone/>
              <a:defRPr sz="6000">
                <a:solidFill>
                  <a:schemeClr val="lt1"/>
                </a:solidFill>
              </a:defRPr>
            </a:lvl4pPr>
            <a:lvl5pPr lvl="4">
              <a:spcBef>
                <a:spcPts val="0"/>
              </a:spcBef>
              <a:spcAft>
                <a:spcPts val="0"/>
              </a:spcAft>
              <a:buClr>
                <a:schemeClr val="lt1"/>
              </a:buClr>
              <a:buSzPts val="6000"/>
              <a:buNone/>
              <a:defRPr sz="6000">
                <a:solidFill>
                  <a:schemeClr val="lt1"/>
                </a:solidFill>
              </a:defRPr>
            </a:lvl5pPr>
            <a:lvl6pPr lvl="5">
              <a:spcBef>
                <a:spcPts val="0"/>
              </a:spcBef>
              <a:spcAft>
                <a:spcPts val="0"/>
              </a:spcAft>
              <a:buClr>
                <a:schemeClr val="lt1"/>
              </a:buClr>
              <a:buSzPts val="6000"/>
              <a:buNone/>
              <a:defRPr sz="6000">
                <a:solidFill>
                  <a:schemeClr val="lt1"/>
                </a:solidFill>
              </a:defRPr>
            </a:lvl6pPr>
            <a:lvl7pPr lvl="6">
              <a:spcBef>
                <a:spcPts val="0"/>
              </a:spcBef>
              <a:spcAft>
                <a:spcPts val="0"/>
              </a:spcAft>
              <a:buClr>
                <a:schemeClr val="lt1"/>
              </a:buClr>
              <a:buSzPts val="6000"/>
              <a:buNone/>
              <a:defRPr sz="6000">
                <a:solidFill>
                  <a:schemeClr val="lt1"/>
                </a:solidFill>
              </a:defRPr>
            </a:lvl7pPr>
            <a:lvl8pPr lvl="7">
              <a:spcBef>
                <a:spcPts val="0"/>
              </a:spcBef>
              <a:spcAft>
                <a:spcPts val="0"/>
              </a:spcAft>
              <a:buClr>
                <a:schemeClr val="lt1"/>
              </a:buClr>
              <a:buSzPts val="6000"/>
              <a:buNone/>
              <a:defRPr sz="6000">
                <a:solidFill>
                  <a:schemeClr val="lt1"/>
                </a:solidFill>
              </a:defRPr>
            </a:lvl8pPr>
            <a:lvl9pPr lvl="8">
              <a:spcBef>
                <a:spcPts val="0"/>
              </a:spcBef>
              <a:spcAft>
                <a:spcPts val="0"/>
              </a:spcAft>
              <a:buClr>
                <a:schemeClr val="lt1"/>
              </a:buClr>
              <a:buSzPts val="6000"/>
              <a:buNone/>
              <a:defRPr sz="6000">
                <a:solidFill>
                  <a:schemeClr val="lt1"/>
                </a:solidFill>
              </a:defRPr>
            </a:lvl9pPr>
          </a:lstStyle>
          <a:p>
            <a:endParaRPr/>
          </a:p>
        </p:txBody>
      </p:sp>
      <p:sp>
        <p:nvSpPr>
          <p:cNvPr id="35" name="Google Shape;35;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6"/>
        <p:cNvGrpSpPr/>
        <p:nvPr/>
      </p:nvGrpSpPr>
      <p:grpSpPr>
        <a:xfrm>
          <a:off x="0" y="0"/>
          <a:ext cx="0" cy="0"/>
          <a:chOff x="0" y="0"/>
          <a:chExt cx="0" cy="0"/>
        </a:xfrm>
      </p:grpSpPr>
      <p:sp>
        <p:nvSpPr>
          <p:cNvPr id="37" name="Google Shape;37;p9"/>
          <p:cNvSpPr/>
          <p:nvPr/>
        </p:nvSpPr>
        <p:spPr>
          <a:xfrm>
            <a:off x="4572000" y="-2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8" name="Google Shape;38;p9"/>
          <p:cNvCxnSpPr/>
          <p:nvPr/>
        </p:nvCxnSpPr>
        <p:spPr>
          <a:xfrm>
            <a:off x="5029675" y="4495500"/>
            <a:ext cx="468300" cy="0"/>
          </a:xfrm>
          <a:prstGeom prst="straightConnector1">
            <a:avLst/>
          </a:prstGeom>
          <a:noFill/>
          <a:ln w="28575" cap="flat" cmpd="sng">
            <a:solidFill>
              <a:schemeClr val="lt1"/>
            </a:solidFill>
            <a:prstDash val="solid"/>
            <a:round/>
            <a:headEnd type="none" w="sm" len="sm"/>
            <a:tailEnd type="none" w="sm" len="sm"/>
          </a:ln>
        </p:spPr>
      </p:cxnSp>
      <p:sp>
        <p:nvSpPr>
          <p:cNvPr id="39" name="Google Shape;39;p9"/>
          <p:cNvSpPr txBox="1">
            <a:spLocks noGrp="1"/>
          </p:cNvSpPr>
          <p:nvPr>
            <p:ph type="title"/>
          </p:nvPr>
        </p:nvSpPr>
        <p:spPr>
          <a:xfrm>
            <a:off x="265500" y="1081400"/>
            <a:ext cx="4045200" cy="1710300"/>
          </a:xfrm>
          <a:prstGeom prst="rect">
            <a:avLst/>
          </a:prstGeom>
        </p:spPr>
        <p:txBody>
          <a:bodyPr spcFirstLastPara="1" wrap="square" lIns="91425" tIns="91425" rIns="91425" bIns="91425" anchor="b" anchorCtr="0">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a:endParaRPr/>
          </a:p>
        </p:txBody>
      </p:sp>
      <p:sp>
        <p:nvSpPr>
          <p:cNvPr id="40" name="Google Shape;40;p9"/>
          <p:cNvSpPr txBox="1">
            <a:spLocks noGrp="1"/>
          </p:cNvSpPr>
          <p:nvPr>
            <p:ph type="subTitle" idx="1"/>
          </p:nvPr>
        </p:nvSpPr>
        <p:spPr>
          <a:xfrm>
            <a:off x="265500" y="2845223"/>
            <a:ext cx="4045200" cy="13455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41" name="Google Shape;41;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accent1"/>
              </a:buClr>
              <a:buSzPts val="1800"/>
              <a:buChar char="●"/>
              <a:defRPr>
                <a:solidFill>
                  <a:schemeClr val="accent1"/>
                </a:solidFill>
                <a:highlight>
                  <a:schemeClr val="lt1"/>
                </a:highlight>
              </a:defRPr>
            </a:lvl1pPr>
            <a:lvl2pPr marL="914400" lvl="1" indent="-317500">
              <a:spcBef>
                <a:spcPts val="0"/>
              </a:spcBef>
              <a:spcAft>
                <a:spcPts val="0"/>
              </a:spcAft>
              <a:buClr>
                <a:schemeClr val="accent1"/>
              </a:buClr>
              <a:buSzPts val="1400"/>
              <a:buChar char="○"/>
              <a:defRPr>
                <a:solidFill>
                  <a:schemeClr val="accent1"/>
                </a:solidFill>
                <a:highlight>
                  <a:schemeClr val="lt1"/>
                </a:highlight>
              </a:defRPr>
            </a:lvl2pPr>
            <a:lvl3pPr marL="1371600" lvl="2" indent="-317500">
              <a:spcBef>
                <a:spcPts val="0"/>
              </a:spcBef>
              <a:spcAft>
                <a:spcPts val="0"/>
              </a:spcAft>
              <a:buClr>
                <a:schemeClr val="accent1"/>
              </a:buClr>
              <a:buSzPts val="1400"/>
              <a:buChar char="■"/>
              <a:defRPr>
                <a:solidFill>
                  <a:schemeClr val="accent1"/>
                </a:solidFill>
                <a:highlight>
                  <a:schemeClr val="lt1"/>
                </a:highlight>
              </a:defRPr>
            </a:lvl3pPr>
            <a:lvl4pPr marL="1828800" lvl="3" indent="-317500">
              <a:spcBef>
                <a:spcPts val="0"/>
              </a:spcBef>
              <a:spcAft>
                <a:spcPts val="0"/>
              </a:spcAft>
              <a:buClr>
                <a:schemeClr val="accent1"/>
              </a:buClr>
              <a:buSzPts val="1400"/>
              <a:buChar char="●"/>
              <a:defRPr>
                <a:solidFill>
                  <a:schemeClr val="accent1"/>
                </a:solidFill>
                <a:highlight>
                  <a:schemeClr val="lt1"/>
                </a:highlight>
              </a:defRPr>
            </a:lvl4pPr>
            <a:lvl5pPr marL="2286000" lvl="4" indent="-317500">
              <a:spcBef>
                <a:spcPts val="0"/>
              </a:spcBef>
              <a:spcAft>
                <a:spcPts val="0"/>
              </a:spcAft>
              <a:buClr>
                <a:schemeClr val="accent1"/>
              </a:buClr>
              <a:buSzPts val="1400"/>
              <a:buChar char="○"/>
              <a:defRPr>
                <a:solidFill>
                  <a:schemeClr val="accent1"/>
                </a:solidFill>
                <a:highlight>
                  <a:schemeClr val="lt1"/>
                </a:highlight>
              </a:defRPr>
            </a:lvl5pPr>
            <a:lvl6pPr marL="2743200" lvl="5" indent="-317500">
              <a:spcBef>
                <a:spcPts val="0"/>
              </a:spcBef>
              <a:spcAft>
                <a:spcPts val="0"/>
              </a:spcAft>
              <a:buClr>
                <a:schemeClr val="accent1"/>
              </a:buClr>
              <a:buSzPts val="1400"/>
              <a:buChar char="■"/>
              <a:defRPr>
                <a:solidFill>
                  <a:schemeClr val="accent1"/>
                </a:solidFill>
                <a:highlight>
                  <a:schemeClr val="lt1"/>
                </a:highlight>
              </a:defRPr>
            </a:lvl6pPr>
            <a:lvl7pPr marL="3200400" lvl="6" indent="-317500">
              <a:spcBef>
                <a:spcPts val="0"/>
              </a:spcBef>
              <a:spcAft>
                <a:spcPts val="0"/>
              </a:spcAft>
              <a:buClr>
                <a:schemeClr val="accent1"/>
              </a:buClr>
              <a:buSzPts val="1400"/>
              <a:buChar char="●"/>
              <a:defRPr>
                <a:solidFill>
                  <a:schemeClr val="accent1"/>
                </a:solidFill>
                <a:highlight>
                  <a:schemeClr val="lt1"/>
                </a:highlight>
              </a:defRPr>
            </a:lvl7pPr>
            <a:lvl8pPr marL="3657600" lvl="7" indent="-317500">
              <a:spcBef>
                <a:spcPts val="0"/>
              </a:spcBef>
              <a:spcAft>
                <a:spcPts val="0"/>
              </a:spcAft>
              <a:buClr>
                <a:schemeClr val="accent1"/>
              </a:buClr>
              <a:buSzPts val="1400"/>
              <a:buChar char="○"/>
              <a:defRPr>
                <a:solidFill>
                  <a:schemeClr val="accent1"/>
                </a:solidFill>
                <a:highlight>
                  <a:schemeClr val="lt1"/>
                </a:highlight>
              </a:defRPr>
            </a:lvl8pPr>
            <a:lvl9pPr marL="4114800" lvl="8" indent="-317500">
              <a:spcBef>
                <a:spcPts val="0"/>
              </a:spcBef>
              <a:spcAft>
                <a:spcPts val="0"/>
              </a:spcAft>
              <a:buClr>
                <a:schemeClr val="accent1"/>
              </a:buClr>
              <a:buSzPts val="1400"/>
              <a:buChar char="■"/>
              <a:defRPr>
                <a:solidFill>
                  <a:schemeClr val="accent1"/>
                </a:solidFill>
                <a:highlight>
                  <a:schemeClr val="lt1"/>
                </a:highlight>
              </a:defRPr>
            </a:lvl9pPr>
          </a:lstStyle>
          <a:p>
            <a:endParaRPr/>
          </a:p>
        </p:txBody>
      </p:sp>
      <p:sp>
        <p:nvSpPr>
          <p:cNvPr id="42" name="Google Shape;42;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3"/>
        <p:cNvGrpSpPr/>
        <p:nvPr/>
      </p:nvGrpSpPr>
      <p:grpSpPr>
        <a:xfrm>
          <a:off x="0" y="0"/>
          <a:ext cx="0" cy="0"/>
          <a:chOff x="0" y="0"/>
          <a:chExt cx="0" cy="0"/>
        </a:xfrm>
      </p:grpSpPr>
      <p:sp>
        <p:nvSpPr>
          <p:cNvPr id="44" name="Google Shape;44;p10"/>
          <p:cNvSpPr txBox="1">
            <a:spLocks noGrp="1"/>
          </p:cNvSpPr>
          <p:nvPr>
            <p:ph type="body" idx="1"/>
          </p:nvPr>
        </p:nvSpPr>
        <p:spPr>
          <a:xfrm>
            <a:off x="319500" y="423057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Clr>
                <a:schemeClr val="accent1"/>
              </a:buClr>
              <a:buSzPts val="2400"/>
              <a:buFont typeface="Amatic SC"/>
              <a:buNone/>
              <a:defRPr sz="2400" b="1">
                <a:solidFill>
                  <a:schemeClr val="accent1"/>
                </a:solidFill>
                <a:latin typeface="Amatic SC"/>
                <a:ea typeface="Amatic SC"/>
                <a:cs typeface="Amatic SC"/>
                <a:sym typeface="Amatic SC"/>
              </a:defRPr>
            </a:lvl1pPr>
          </a:lstStyle>
          <a:p>
            <a:endParaRPr/>
          </a:p>
        </p:txBody>
      </p:sp>
      <p:sp>
        <p:nvSpPr>
          <p:cNvPr id="45" name="Google Shape;45;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6"/>
        <p:cNvGrpSpPr/>
        <p:nvPr/>
      </p:nvGrpSpPr>
      <p:grpSpPr>
        <a:xfrm>
          <a:off x="0" y="0"/>
          <a:ext cx="0" cy="0"/>
          <a:chOff x="0" y="0"/>
          <a:chExt cx="0" cy="0"/>
        </a:xfrm>
      </p:grpSpPr>
      <p:sp>
        <p:nvSpPr>
          <p:cNvPr id="47" name="Google Shape;47;p11"/>
          <p:cNvSpPr txBox="1">
            <a:spLocks noGrp="1"/>
          </p:cNvSpPr>
          <p:nvPr>
            <p:ph type="title" hasCustomPrompt="1"/>
          </p:nvPr>
        </p:nvSpPr>
        <p:spPr>
          <a:xfrm>
            <a:off x="311700" y="1240275"/>
            <a:ext cx="8520600" cy="19818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lt1"/>
              </a:buClr>
              <a:buSzPts val="12000"/>
              <a:buNone/>
              <a:defRPr sz="12000">
                <a:solidFill>
                  <a:schemeClr val="lt1"/>
                </a:solidFill>
                <a:highlight>
                  <a:schemeClr val="accent1"/>
                </a:highlight>
              </a:defRPr>
            </a:lvl1pPr>
            <a:lvl2pPr lvl="1" algn="ctr">
              <a:spcBef>
                <a:spcPts val="0"/>
              </a:spcBef>
              <a:spcAft>
                <a:spcPts val="0"/>
              </a:spcAft>
              <a:buClr>
                <a:schemeClr val="lt1"/>
              </a:buClr>
              <a:buSzPts val="12000"/>
              <a:buNone/>
              <a:defRPr sz="12000">
                <a:solidFill>
                  <a:schemeClr val="lt1"/>
                </a:solidFill>
                <a:highlight>
                  <a:schemeClr val="accent1"/>
                </a:highlight>
              </a:defRPr>
            </a:lvl2pPr>
            <a:lvl3pPr lvl="2" algn="ctr">
              <a:spcBef>
                <a:spcPts val="0"/>
              </a:spcBef>
              <a:spcAft>
                <a:spcPts val="0"/>
              </a:spcAft>
              <a:buClr>
                <a:schemeClr val="lt1"/>
              </a:buClr>
              <a:buSzPts val="12000"/>
              <a:buNone/>
              <a:defRPr sz="12000">
                <a:solidFill>
                  <a:schemeClr val="lt1"/>
                </a:solidFill>
                <a:highlight>
                  <a:schemeClr val="accent1"/>
                </a:highlight>
              </a:defRPr>
            </a:lvl3pPr>
            <a:lvl4pPr lvl="3" algn="ctr">
              <a:spcBef>
                <a:spcPts val="0"/>
              </a:spcBef>
              <a:spcAft>
                <a:spcPts val="0"/>
              </a:spcAft>
              <a:buClr>
                <a:schemeClr val="lt1"/>
              </a:buClr>
              <a:buSzPts val="12000"/>
              <a:buNone/>
              <a:defRPr sz="12000">
                <a:solidFill>
                  <a:schemeClr val="lt1"/>
                </a:solidFill>
                <a:highlight>
                  <a:schemeClr val="accent1"/>
                </a:highlight>
              </a:defRPr>
            </a:lvl4pPr>
            <a:lvl5pPr lvl="4" algn="ctr">
              <a:spcBef>
                <a:spcPts val="0"/>
              </a:spcBef>
              <a:spcAft>
                <a:spcPts val="0"/>
              </a:spcAft>
              <a:buClr>
                <a:schemeClr val="lt1"/>
              </a:buClr>
              <a:buSzPts val="12000"/>
              <a:buNone/>
              <a:defRPr sz="12000">
                <a:solidFill>
                  <a:schemeClr val="lt1"/>
                </a:solidFill>
                <a:highlight>
                  <a:schemeClr val="accent1"/>
                </a:highlight>
              </a:defRPr>
            </a:lvl5pPr>
            <a:lvl6pPr lvl="5" algn="ctr">
              <a:spcBef>
                <a:spcPts val="0"/>
              </a:spcBef>
              <a:spcAft>
                <a:spcPts val="0"/>
              </a:spcAft>
              <a:buClr>
                <a:schemeClr val="lt1"/>
              </a:buClr>
              <a:buSzPts val="12000"/>
              <a:buNone/>
              <a:defRPr sz="12000">
                <a:solidFill>
                  <a:schemeClr val="lt1"/>
                </a:solidFill>
                <a:highlight>
                  <a:schemeClr val="accent1"/>
                </a:highlight>
              </a:defRPr>
            </a:lvl6pPr>
            <a:lvl7pPr lvl="6" algn="ctr">
              <a:spcBef>
                <a:spcPts val="0"/>
              </a:spcBef>
              <a:spcAft>
                <a:spcPts val="0"/>
              </a:spcAft>
              <a:buClr>
                <a:schemeClr val="lt1"/>
              </a:buClr>
              <a:buSzPts val="12000"/>
              <a:buNone/>
              <a:defRPr sz="12000">
                <a:solidFill>
                  <a:schemeClr val="lt1"/>
                </a:solidFill>
                <a:highlight>
                  <a:schemeClr val="accent1"/>
                </a:highlight>
              </a:defRPr>
            </a:lvl7pPr>
            <a:lvl8pPr lvl="7" algn="ctr">
              <a:spcBef>
                <a:spcPts val="0"/>
              </a:spcBef>
              <a:spcAft>
                <a:spcPts val="0"/>
              </a:spcAft>
              <a:buClr>
                <a:schemeClr val="lt1"/>
              </a:buClr>
              <a:buSzPts val="12000"/>
              <a:buNone/>
              <a:defRPr sz="12000">
                <a:solidFill>
                  <a:schemeClr val="lt1"/>
                </a:solidFill>
                <a:highlight>
                  <a:schemeClr val="accent1"/>
                </a:highlight>
              </a:defRPr>
            </a:lvl8pPr>
            <a:lvl9pPr lvl="8" algn="ctr">
              <a:spcBef>
                <a:spcPts val="0"/>
              </a:spcBef>
              <a:spcAft>
                <a:spcPts val="0"/>
              </a:spcAft>
              <a:buClr>
                <a:schemeClr val="lt1"/>
              </a:buClr>
              <a:buSzPts val="12000"/>
              <a:buNone/>
              <a:defRPr sz="12000">
                <a:solidFill>
                  <a:schemeClr val="lt1"/>
                </a:solidFill>
                <a:highlight>
                  <a:schemeClr val="accent1"/>
                </a:highlight>
              </a:defRPr>
            </a:lvl9pPr>
          </a:lstStyle>
          <a:p>
            <a:r>
              <a:t>xx%</a:t>
            </a:r>
          </a:p>
        </p:txBody>
      </p:sp>
      <p:sp>
        <p:nvSpPr>
          <p:cNvPr id="48" name="Google Shape;48;p11"/>
          <p:cNvSpPr txBox="1">
            <a:spLocks noGrp="1"/>
          </p:cNvSpPr>
          <p:nvPr>
            <p:ph type="body" idx="1"/>
          </p:nvPr>
        </p:nvSpPr>
        <p:spPr>
          <a:xfrm>
            <a:off x="311700" y="33046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Clr>
                <a:schemeClr val="accent1"/>
              </a:buClr>
              <a:buSzPts val="1800"/>
              <a:buChar char="●"/>
              <a:defRPr>
                <a:solidFill>
                  <a:schemeClr val="accent1"/>
                </a:solidFill>
                <a:highlight>
                  <a:schemeClr val="dk1"/>
                </a:highlight>
              </a:defRPr>
            </a:lvl1pPr>
            <a:lvl2pPr marL="914400" lvl="1" indent="-317500" algn="ctr">
              <a:spcBef>
                <a:spcPts val="0"/>
              </a:spcBef>
              <a:spcAft>
                <a:spcPts val="0"/>
              </a:spcAft>
              <a:buClr>
                <a:schemeClr val="accent1"/>
              </a:buClr>
              <a:buSzPts val="1400"/>
              <a:buChar char="○"/>
              <a:defRPr>
                <a:solidFill>
                  <a:schemeClr val="accent1"/>
                </a:solidFill>
                <a:highlight>
                  <a:schemeClr val="dk1"/>
                </a:highlight>
              </a:defRPr>
            </a:lvl2pPr>
            <a:lvl3pPr marL="1371600" lvl="2" indent="-317500" algn="ctr">
              <a:spcBef>
                <a:spcPts val="0"/>
              </a:spcBef>
              <a:spcAft>
                <a:spcPts val="0"/>
              </a:spcAft>
              <a:buClr>
                <a:schemeClr val="accent1"/>
              </a:buClr>
              <a:buSzPts val="1400"/>
              <a:buChar char="■"/>
              <a:defRPr>
                <a:solidFill>
                  <a:schemeClr val="accent1"/>
                </a:solidFill>
                <a:highlight>
                  <a:schemeClr val="dk1"/>
                </a:highlight>
              </a:defRPr>
            </a:lvl3pPr>
            <a:lvl4pPr marL="1828800" lvl="3" indent="-317500" algn="ctr">
              <a:spcBef>
                <a:spcPts val="0"/>
              </a:spcBef>
              <a:spcAft>
                <a:spcPts val="0"/>
              </a:spcAft>
              <a:buClr>
                <a:schemeClr val="accent1"/>
              </a:buClr>
              <a:buSzPts val="1400"/>
              <a:buChar char="●"/>
              <a:defRPr>
                <a:solidFill>
                  <a:schemeClr val="accent1"/>
                </a:solidFill>
                <a:highlight>
                  <a:schemeClr val="dk1"/>
                </a:highlight>
              </a:defRPr>
            </a:lvl4pPr>
            <a:lvl5pPr marL="2286000" lvl="4" indent="-317500" algn="ctr">
              <a:spcBef>
                <a:spcPts val="0"/>
              </a:spcBef>
              <a:spcAft>
                <a:spcPts val="0"/>
              </a:spcAft>
              <a:buClr>
                <a:schemeClr val="accent1"/>
              </a:buClr>
              <a:buSzPts val="1400"/>
              <a:buChar char="○"/>
              <a:defRPr>
                <a:solidFill>
                  <a:schemeClr val="accent1"/>
                </a:solidFill>
                <a:highlight>
                  <a:schemeClr val="dk1"/>
                </a:highlight>
              </a:defRPr>
            </a:lvl5pPr>
            <a:lvl6pPr marL="2743200" lvl="5" indent="-317500" algn="ctr">
              <a:spcBef>
                <a:spcPts val="0"/>
              </a:spcBef>
              <a:spcAft>
                <a:spcPts val="0"/>
              </a:spcAft>
              <a:buClr>
                <a:schemeClr val="accent1"/>
              </a:buClr>
              <a:buSzPts val="1400"/>
              <a:buChar char="■"/>
              <a:defRPr>
                <a:solidFill>
                  <a:schemeClr val="accent1"/>
                </a:solidFill>
                <a:highlight>
                  <a:schemeClr val="dk1"/>
                </a:highlight>
              </a:defRPr>
            </a:lvl6pPr>
            <a:lvl7pPr marL="3200400" lvl="6" indent="-317500" algn="ctr">
              <a:spcBef>
                <a:spcPts val="0"/>
              </a:spcBef>
              <a:spcAft>
                <a:spcPts val="0"/>
              </a:spcAft>
              <a:buClr>
                <a:schemeClr val="accent1"/>
              </a:buClr>
              <a:buSzPts val="1400"/>
              <a:buChar char="●"/>
              <a:defRPr>
                <a:solidFill>
                  <a:schemeClr val="accent1"/>
                </a:solidFill>
                <a:highlight>
                  <a:schemeClr val="dk1"/>
                </a:highlight>
              </a:defRPr>
            </a:lvl7pPr>
            <a:lvl8pPr marL="3657600" lvl="7" indent="-317500" algn="ctr">
              <a:spcBef>
                <a:spcPts val="0"/>
              </a:spcBef>
              <a:spcAft>
                <a:spcPts val="0"/>
              </a:spcAft>
              <a:buClr>
                <a:schemeClr val="accent1"/>
              </a:buClr>
              <a:buSzPts val="1400"/>
              <a:buChar char="○"/>
              <a:defRPr>
                <a:solidFill>
                  <a:schemeClr val="accent1"/>
                </a:solidFill>
                <a:highlight>
                  <a:schemeClr val="dk1"/>
                </a:highlight>
              </a:defRPr>
            </a:lvl8pPr>
            <a:lvl9pPr marL="4114800" lvl="8" indent="-317500" algn="ctr">
              <a:spcBef>
                <a:spcPts val="0"/>
              </a:spcBef>
              <a:spcAft>
                <a:spcPts val="0"/>
              </a:spcAft>
              <a:buClr>
                <a:schemeClr val="accent1"/>
              </a:buClr>
              <a:buSzPts val="1400"/>
              <a:buChar char="■"/>
              <a:defRPr>
                <a:solidFill>
                  <a:schemeClr val="accent1"/>
                </a:solidFill>
                <a:highlight>
                  <a:schemeClr val="dk1"/>
                </a:highlight>
              </a:defRPr>
            </a:lvl9pPr>
          </a:lstStyle>
          <a:p>
            <a:endParaRPr/>
          </a:p>
        </p:txBody>
      </p:sp>
      <p:sp>
        <p:nvSpPr>
          <p:cNvPr id="49" name="Google Shape;49;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beach-day">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292850"/>
            <a:ext cx="8520600" cy="8010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1"/>
              </a:buClr>
              <a:buSzPts val="4200"/>
              <a:buFont typeface="Amatic SC"/>
              <a:buNone/>
              <a:defRPr sz="4200" b="1">
                <a:solidFill>
                  <a:schemeClr val="accent1"/>
                </a:solidFill>
                <a:latin typeface="Amatic SC"/>
                <a:ea typeface="Amatic SC"/>
                <a:cs typeface="Amatic SC"/>
                <a:sym typeface="Amatic SC"/>
              </a:defRPr>
            </a:lvl1pPr>
            <a:lvl2pPr lvl="1">
              <a:spcBef>
                <a:spcPts val="0"/>
              </a:spcBef>
              <a:spcAft>
                <a:spcPts val="0"/>
              </a:spcAft>
              <a:buClr>
                <a:schemeClr val="accent1"/>
              </a:buClr>
              <a:buSzPts val="4200"/>
              <a:buFont typeface="Amatic SC"/>
              <a:buNone/>
              <a:defRPr sz="4200" b="1">
                <a:solidFill>
                  <a:schemeClr val="accent1"/>
                </a:solidFill>
                <a:latin typeface="Amatic SC"/>
                <a:ea typeface="Amatic SC"/>
                <a:cs typeface="Amatic SC"/>
                <a:sym typeface="Amatic SC"/>
              </a:defRPr>
            </a:lvl2pPr>
            <a:lvl3pPr lvl="2">
              <a:spcBef>
                <a:spcPts val="0"/>
              </a:spcBef>
              <a:spcAft>
                <a:spcPts val="0"/>
              </a:spcAft>
              <a:buClr>
                <a:schemeClr val="accent1"/>
              </a:buClr>
              <a:buSzPts val="4200"/>
              <a:buFont typeface="Amatic SC"/>
              <a:buNone/>
              <a:defRPr sz="4200" b="1">
                <a:solidFill>
                  <a:schemeClr val="accent1"/>
                </a:solidFill>
                <a:latin typeface="Amatic SC"/>
                <a:ea typeface="Amatic SC"/>
                <a:cs typeface="Amatic SC"/>
                <a:sym typeface="Amatic SC"/>
              </a:defRPr>
            </a:lvl3pPr>
            <a:lvl4pPr lvl="3">
              <a:spcBef>
                <a:spcPts val="0"/>
              </a:spcBef>
              <a:spcAft>
                <a:spcPts val="0"/>
              </a:spcAft>
              <a:buClr>
                <a:schemeClr val="accent1"/>
              </a:buClr>
              <a:buSzPts val="4200"/>
              <a:buFont typeface="Amatic SC"/>
              <a:buNone/>
              <a:defRPr sz="4200" b="1">
                <a:solidFill>
                  <a:schemeClr val="accent1"/>
                </a:solidFill>
                <a:latin typeface="Amatic SC"/>
                <a:ea typeface="Amatic SC"/>
                <a:cs typeface="Amatic SC"/>
                <a:sym typeface="Amatic SC"/>
              </a:defRPr>
            </a:lvl4pPr>
            <a:lvl5pPr lvl="4">
              <a:spcBef>
                <a:spcPts val="0"/>
              </a:spcBef>
              <a:spcAft>
                <a:spcPts val="0"/>
              </a:spcAft>
              <a:buClr>
                <a:schemeClr val="accent1"/>
              </a:buClr>
              <a:buSzPts val="4200"/>
              <a:buFont typeface="Amatic SC"/>
              <a:buNone/>
              <a:defRPr sz="4200" b="1">
                <a:solidFill>
                  <a:schemeClr val="accent1"/>
                </a:solidFill>
                <a:latin typeface="Amatic SC"/>
                <a:ea typeface="Amatic SC"/>
                <a:cs typeface="Amatic SC"/>
                <a:sym typeface="Amatic SC"/>
              </a:defRPr>
            </a:lvl5pPr>
            <a:lvl6pPr lvl="5">
              <a:spcBef>
                <a:spcPts val="0"/>
              </a:spcBef>
              <a:spcAft>
                <a:spcPts val="0"/>
              </a:spcAft>
              <a:buClr>
                <a:schemeClr val="accent1"/>
              </a:buClr>
              <a:buSzPts val="4200"/>
              <a:buFont typeface="Amatic SC"/>
              <a:buNone/>
              <a:defRPr sz="4200" b="1">
                <a:solidFill>
                  <a:schemeClr val="accent1"/>
                </a:solidFill>
                <a:latin typeface="Amatic SC"/>
                <a:ea typeface="Amatic SC"/>
                <a:cs typeface="Amatic SC"/>
                <a:sym typeface="Amatic SC"/>
              </a:defRPr>
            </a:lvl6pPr>
            <a:lvl7pPr lvl="6">
              <a:spcBef>
                <a:spcPts val="0"/>
              </a:spcBef>
              <a:spcAft>
                <a:spcPts val="0"/>
              </a:spcAft>
              <a:buClr>
                <a:schemeClr val="accent1"/>
              </a:buClr>
              <a:buSzPts val="4200"/>
              <a:buFont typeface="Amatic SC"/>
              <a:buNone/>
              <a:defRPr sz="4200" b="1">
                <a:solidFill>
                  <a:schemeClr val="accent1"/>
                </a:solidFill>
                <a:latin typeface="Amatic SC"/>
                <a:ea typeface="Amatic SC"/>
                <a:cs typeface="Amatic SC"/>
                <a:sym typeface="Amatic SC"/>
              </a:defRPr>
            </a:lvl7pPr>
            <a:lvl8pPr lvl="7">
              <a:spcBef>
                <a:spcPts val="0"/>
              </a:spcBef>
              <a:spcAft>
                <a:spcPts val="0"/>
              </a:spcAft>
              <a:buClr>
                <a:schemeClr val="accent1"/>
              </a:buClr>
              <a:buSzPts val="4200"/>
              <a:buFont typeface="Amatic SC"/>
              <a:buNone/>
              <a:defRPr sz="4200" b="1">
                <a:solidFill>
                  <a:schemeClr val="accent1"/>
                </a:solidFill>
                <a:latin typeface="Amatic SC"/>
                <a:ea typeface="Amatic SC"/>
                <a:cs typeface="Amatic SC"/>
                <a:sym typeface="Amatic SC"/>
              </a:defRPr>
            </a:lvl8pPr>
            <a:lvl9pPr lvl="8">
              <a:spcBef>
                <a:spcPts val="0"/>
              </a:spcBef>
              <a:spcAft>
                <a:spcPts val="0"/>
              </a:spcAft>
              <a:buClr>
                <a:schemeClr val="accent1"/>
              </a:buClr>
              <a:buSzPts val="4200"/>
              <a:buFont typeface="Amatic SC"/>
              <a:buNone/>
              <a:defRPr sz="4200" b="1">
                <a:solidFill>
                  <a:schemeClr val="accent1"/>
                </a:solidFill>
                <a:latin typeface="Amatic SC"/>
                <a:ea typeface="Amatic SC"/>
                <a:cs typeface="Amatic SC"/>
                <a:sym typeface="Amatic SC"/>
              </a:defRPr>
            </a:lvl9pPr>
          </a:lstStyle>
          <a:p>
            <a:endParaRPr/>
          </a:p>
        </p:txBody>
      </p:sp>
      <p:sp>
        <p:nvSpPr>
          <p:cNvPr id="7" name="Google Shape;7;p1"/>
          <p:cNvSpPr txBox="1">
            <a:spLocks noGrp="1"/>
          </p:cNvSpPr>
          <p:nvPr>
            <p:ph type="body" idx="1"/>
          </p:nvPr>
        </p:nvSpPr>
        <p:spPr>
          <a:xfrm>
            <a:off x="311700" y="1228675"/>
            <a:ext cx="8520600" cy="33402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marL="914400" lvl="1" indent="-3175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marL="1371600" lvl="2" indent="-3175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marL="1828800" lvl="3" indent="-3175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marL="2286000" lvl="4" indent="-3175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marL="2743200" lvl="5" indent="-3175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marL="3200400" lvl="6" indent="-3175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marL="3657600" lvl="7" indent="-3175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marL="4114800" lvl="8" indent="-3175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accent1"/>
                </a:solidFill>
                <a:latin typeface="Source Code Pro"/>
                <a:ea typeface="Source Code Pro"/>
                <a:cs typeface="Source Code Pro"/>
                <a:sym typeface="Source Code Pro"/>
              </a:defRPr>
            </a:lvl1pPr>
            <a:lvl2pPr lvl="1" algn="r">
              <a:buNone/>
              <a:defRPr sz="1000">
                <a:solidFill>
                  <a:schemeClr val="accent1"/>
                </a:solidFill>
                <a:latin typeface="Source Code Pro"/>
                <a:ea typeface="Source Code Pro"/>
                <a:cs typeface="Source Code Pro"/>
                <a:sym typeface="Source Code Pro"/>
              </a:defRPr>
            </a:lvl2pPr>
            <a:lvl3pPr lvl="2" algn="r">
              <a:buNone/>
              <a:defRPr sz="1000">
                <a:solidFill>
                  <a:schemeClr val="accent1"/>
                </a:solidFill>
                <a:latin typeface="Source Code Pro"/>
                <a:ea typeface="Source Code Pro"/>
                <a:cs typeface="Source Code Pro"/>
                <a:sym typeface="Source Code Pro"/>
              </a:defRPr>
            </a:lvl3pPr>
            <a:lvl4pPr lvl="3" algn="r">
              <a:buNone/>
              <a:defRPr sz="1000">
                <a:solidFill>
                  <a:schemeClr val="accent1"/>
                </a:solidFill>
                <a:latin typeface="Source Code Pro"/>
                <a:ea typeface="Source Code Pro"/>
                <a:cs typeface="Source Code Pro"/>
                <a:sym typeface="Source Code Pro"/>
              </a:defRPr>
            </a:lvl4pPr>
            <a:lvl5pPr lvl="4" algn="r">
              <a:buNone/>
              <a:defRPr sz="1000">
                <a:solidFill>
                  <a:schemeClr val="accent1"/>
                </a:solidFill>
                <a:latin typeface="Source Code Pro"/>
                <a:ea typeface="Source Code Pro"/>
                <a:cs typeface="Source Code Pro"/>
                <a:sym typeface="Source Code Pro"/>
              </a:defRPr>
            </a:lvl5pPr>
            <a:lvl6pPr lvl="5" algn="r">
              <a:buNone/>
              <a:defRPr sz="1000">
                <a:solidFill>
                  <a:schemeClr val="accent1"/>
                </a:solidFill>
                <a:latin typeface="Source Code Pro"/>
                <a:ea typeface="Source Code Pro"/>
                <a:cs typeface="Source Code Pro"/>
                <a:sym typeface="Source Code Pro"/>
              </a:defRPr>
            </a:lvl6pPr>
            <a:lvl7pPr lvl="6" algn="r">
              <a:buNone/>
              <a:defRPr sz="1000">
                <a:solidFill>
                  <a:schemeClr val="accent1"/>
                </a:solidFill>
                <a:latin typeface="Source Code Pro"/>
                <a:ea typeface="Source Code Pro"/>
                <a:cs typeface="Source Code Pro"/>
                <a:sym typeface="Source Code Pro"/>
              </a:defRPr>
            </a:lvl7pPr>
            <a:lvl8pPr lvl="7" algn="r">
              <a:buNone/>
              <a:defRPr sz="1000">
                <a:solidFill>
                  <a:schemeClr val="accent1"/>
                </a:solidFill>
                <a:latin typeface="Source Code Pro"/>
                <a:ea typeface="Source Code Pro"/>
                <a:cs typeface="Source Code Pro"/>
                <a:sym typeface="Source Code Pro"/>
              </a:defRPr>
            </a:lvl8pPr>
            <a:lvl9pPr lvl="8" algn="r">
              <a:buNone/>
              <a:defRPr sz="1000">
                <a:solidFill>
                  <a:schemeClr val="accent1"/>
                </a:solidFill>
                <a:latin typeface="Source Code Pro"/>
                <a:ea typeface="Source Code Pro"/>
                <a:cs typeface="Source Code Pro"/>
                <a:sym typeface="Source Code Pro"/>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pic>
        <p:nvPicPr>
          <p:cNvPr id="56" name="Google Shape;56;p13"/>
          <p:cNvPicPr preferRelativeResize="0"/>
          <p:nvPr/>
        </p:nvPicPr>
        <p:blipFill>
          <a:blip r:embed="rId3">
            <a:alphaModFix/>
          </a:blip>
          <a:stretch>
            <a:fillRect/>
          </a:stretch>
        </p:blipFill>
        <p:spPr>
          <a:xfrm>
            <a:off x="4047125" y="1220850"/>
            <a:ext cx="1336150" cy="825175"/>
          </a:xfrm>
          <a:prstGeom prst="rect">
            <a:avLst/>
          </a:prstGeom>
          <a:noFill/>
          <a:ln>
            <a:noFill/>
          </a:ln>
          <a:effectLst>
            <a:outerShdw blurRad="57150" dist="19050" dir="5400000" algn="bl" rotWithShape="0">
              <a:srgbClr val="000000">
                <a:alpha val="50000"/>
              </a:srgbClr>
            </a:outerShdw>
          </a:effectLst>
        </p:spPr>
      </p:pic>
      <p:sp>
        <p:nvSpPr>
          <p:cNvPr id="57" name="Google Shape;57;p13"/>
          <p:cNvSpPr txBox="1">
            <a:spLocks noGrp="1"/>
          </p:cNvSpPr>
          <p:nvPr>
            <p:ph type="ctrTitle"/>
          </p:nvPr>
        </p:nvSpPr>
        <p:spPr>
          <a:xfrm>
            <a:off x="2295850" y="1951350"/>
            <a:ext cx="4838700" cy="12408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en-GB"/>
              <a:t>W / Friends</a:t>
            </a:r>
            <a:endParaRPr/>
          </a:p>
        </p:txBody>
      </p:sp>
      <p:sp>
        <p:nvSpPr>
          <p:cNvPr id="58" name="Google Shape;58;p13"/>
          <p:cNvSpPr txBox="1">
            <a:spLocks noGrp="1"/>
          </p:cNvSpPr>
          <p:nvPr>
            <p:ph type="subTitle" idx="1"/>
          </p:nvPr>
        </p:nvSpPr>
        <p:spPr>
          <a:xfrm>
            <a:off x="311700" y="3890400"/>
            <a:ext cx="8520600" cy="706200"/>
          </a:xfrm>
          <a:prstGeom prst="rect">
            <a:avLst/>
          </a:prstGeom>
        </p:spPr>
        <p:txBody>
          <a:bodyPr spcFirstLastPara="1" wrap="square" lIns="91425" tIns="91425" rIns="91425" bIns="91425" anchor="ctr" anchorCtr="0">
            <a:normAutofit/>
          </a:bodyPr>
          <a:lstStyle/>
          <a:p>
            <a:pPr marL="0" indent="0"/>
            <a:r>
              <a:rPr lang="en-GB"/>
              <a:t>Keep in touch everywhere with your friends!</a:t>
            </a:r>
            <a:endParaRPr/>
          </a:p>
        </p:txBody>
      </p:sp>
      <p:sp>
        <p:nvSpPr>
          <p:cNvPr id="59" name="Google Shape;59;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sz="2000" b="1"/>
              <a:t>1</a:t>
            </a:fld>
            <a:endParaRPr sz="2000" b="1"/>
          </a:p>
        </p:txBody>
      </p:sp>
      <p:pic>
        <p:nvPicPr>
          <p:cNvPr id="60" name="Google Shape;60;p13"/>
          <p:cNvPicPr preferRelativeResize="0"/>
          <p:nvPr/>
        </p:nvPicPr>
        <p:blipFill>
          <a:blip r:embed="rId4">
            <a:alphaModFix/>
          </a:blip>
          <a:stretch>
            <a:fillRect/>
          </a:stretch>
        </p:blipFill>
        <p:spPr>
          <a:xfrm>
            <a:off x="5570575" y="625938"/>
            <a:ext cx="2766775" cy="503050"/>
          </a:xfrm>
          <a:prstGeom prst="rect">
            <a:avLst/>
          </a:prstGeom>
          <a:noFill/>
          <a:ln>
            <a:noFill/>
          </a:ln>
        </p:spPr>
      </p:pic>
      <p:pic>
        <p:nvPicPr>
          <p:cNvPr id="61" name="Google Shape;61;p13"/>
          <p:cNvPicPr preferRelativeResize="0"/>
          <p:nvPr/>
        </p:nvPicPr>
        <p:blipFill>
          <a:blip r:embed="rId5">
            <a:alphaModFix/>
          </a:blip>
          <a:stretch>
            <a:fillRect/>
          </a:stretch>
        </p:blipFill>
        <p:spPr>
          <a:xfrm>
            <a:off x="1404125" y="272625"/>
            <a:ext cx="1219200" cy="12096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4"/>
          <p:cNvSpPr txBox="1">
            <a:spLocks noGrp="1"/>
          </p:cNvSpPr>
          <p:nvPr>
            <p:ph type="body" idx="1"/>
          </p:nvPr>
        </p:nvSpPr>
        <p:spPr>
          <a:xfrm>
            <a:off x="3244150" y="1243175"/>
            <a:ext cx="5058000" cy="3246300"/>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0"/>
              </a:spcAft>
              <a:buNone/>
            </a:pPr>
            <a:r>
              <a:rPr lang="en-GB" sz="2000"/>
              <a:t>3. Introduction</a:t>
            </a:r>
            <a:endParaRPr sz="2000"/>
          </a:p>
          <a:p>
            <a:pPr marL="0" lvl="0" indent="0" algn="l" rtl="0">
              <a:spcBef>
                <a:spcPts val="1200"/>
              </a:spcBef>
              <a:spcAft>
                <a:spcPts val="0"/>
              </a:spcAft>
              <a:buNone/>
            </a:pPr>
            <a:r>
              <a:rPr lang="en-GB" sz="2000"/>
              <a:t>4. HomePage Style</a:t>
            </a:r>
            <a:endParaRPr sz="2000"/>
          </a:p>
          <a:p>
            <a:pPr marL="0" lvl="0" indent="0" algn="l" rtl="0">
              <a:spcBef>
                <a:spcPts val="1200"/>
              </a:spcBef>
              <a:spcAft>
                <a:spcPts val="0"/>
              </a:spcAft>
              <a:buNone/>
            </a:pPr>
            <a:r>
              <a:rPr lang="en-GB" sz="2000"/>
              <a:t>5. Database</a:t>
            </a:r>
            <a:endParaRPr sz="2000"/>
          </a:p>
          <a:p>
            <a:pPr marL="0" lvl="0" indent="0" algn="l" rtl="0">
              <a:spcBef>
                <a:spcPts val="1200"/>
              </a:spcBef>
              <a:spcAft>
                <a:spcPts val="0"/>
              </a:spcAft>
              <a:buNone/>
            </a:pPr>
            <a:r>
              <a:rPr lang="en-GB" sz="2000"/>
              <a:t>6. Firewall Rules</a:t>
            </a:r>
            <a:endParaRPr sz="2000"/>
          </a:p>
          <a:p>
            <a:pPr marL="0" lvl="0" indent="0" algn="l" rtl="0">
              <a:spcBef>
                <a:spcPts val="1200"/>
              </a:spcBef>
              <a:spcAft>
                <a:spcPts val="0"/>
              </a:spcAft>
              <a:buNone/>
            </a:pPr>
            <a:r>
              <a:rPr lang="en-GB" sz="2000"/>
              <a:t>7. Guntt Chart</a:t>
            </a:r>
            <a:endParaRPr sz="2000"/>
          </a:p>
          <a:p>
            <a:pPr marL="0" lvl="0" indent="0" algn="l" rtl="0">
              <a:spcBef>
                <a:spcPts val="1200"/>
              </a:spcBef>
              <a:spcAft>
                <a:spcPts val="0"/>
              </a:spcAft>
              <a:buNone/>
            </a:pPr>
            <a:r>
              <a:rPr lang="en-GB" sz="2000"/>
              <a:t>8. Expectations</a:t>
            </a:r>
            <a:endParaRPr sz="2000"/>
          </a:p>
          <a:p>
            <a:pPr marL="0" lvl="0" indent="0" algn="l" rtl="0">
              <a:spcBef>
                <a:spcPts val="1200"/>
              </a:spcBef>
              <a:spcAft>
                <a:spcPts val="1200"/>
              </a:spcAft>
              <a:buNone/>
            </a:pPr>
            <a:r>
              <a:rPr lang="en-GB" sz="2000"/>
              <a:t>9. Conclusion</a:t>
            </a:r>
            <a:endParaRPr sz="2000"/>
          </a:p>
        </p:txBody>
      </p:sp>
      <p:sp>
        <p:nvSpPr>
          <p:cNvPr id="67" name="Google Shape;67;p14"/>
          <p:cNvSpPr txBox="1"/>
          <p:nvPr/>
        </p:nvSpPr>
        <p:spPr>
          <a:xfrm>
            <a:off x="920300" y="227975"/>
            <a:ext cx="7294800" cy="831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4200" b="1">
                <a:solidFill>
                  <a:schemeClr val="accent1"/>
                </a:solidFill>
                <a:latin typeface="Amatic SC"/>
                <a:ea typeface="Amatic SC"/>
                <a:cs typeface="Amatic SC"/>
                <a:sym typeface="Amatic SC"/>
              </a:rPr>
              <a:t>Index</a:t>
            </a:r>
            <a:endParaRPr/>
          </a:p>
        </p:txBody>
      </p:sp>
      <p:sp>
        <p:nvSpPr>
          <p:cNvPr id="68" name="Google Shape;68;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sz="1900" b="1"/>
              <a:t>2</a:t>
            </a:fld>
            <a:endParaRPr sz="1900" b="1"/>
          </a:p>
        </p:txBody>
      </p:sp>
      <p:pic>
        <p:nvPicPr>
          <p:cNvPr id="69" name="Google Shape;69;p14"/>
          <p:cNvPicPr preferRelativeResize="0"/>
          <p:nvPr/>
        </p:nvPicPr>
        <p:blipFill>
          <a:blip r:embed="rId3">
            <a:alphaModFix/>
          </a:blip>
          <a:stretch>
            <a:fillRect/>
          </a:stretch>
        </p:blipFill>
        <p:spPr>
          <a:xfrm>
            <a:off x="7534175" y="182325"/>
            <a:ext cx="1336150" cy="825175"/>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GB"/>
              <a:t>Netherlands Project</a:t>
            </a:r>
            <a:endParaRPr/>
          </a:p>
          <a:p>
            <a:pPr marL="0" lvl="0" indent="0" algn="l" rtl="0">
              <a:spcBef>
                <a:spcPts val="0"/>
              </a:spcBef>
              <a:spcAft>
                <a:spcPts val="0"/>
              </a:spcAft>
              <a:buNone/>
            </a:pPr>
            <a:endParaRPr/>
          </a:p>
        </p:txBody>
      </p:sp>
      <p:sp>
        <p:nvSpPr>
          <p:cNvPr id="75" name="Google Shape;75;p15"/>
          <p:cNvSpPr txBox="1">
            <a:spLocks noGrp="1"/>
          </p:cNvSpPr>
          <p:nvPr>
            <p:ph type="body" idx="1"/>
          </p:nvPr>
        </p:nvSpPr>
        <p:spPr>
          <a:xfrm>
            <a:off x="-58500" y="1197425"/>
            <a:ext cx="8790300" cy="3760500"/>
          </a:xfrm>
          <a:prstGeom prst="rect">
            <a:avLst/>
          </a:prstGeom>
        </p:spPr>
        <p:txBody>
          <a:bodyPr spcFirstLastPara="1" wrap="square" lIns="91425" tIns="91425" rIns="91425" bIns="91425" anchor="t" anchorCtr="0">
            <a:normAutofit fontScale="70000" lnSpcReduction="20000"/>
          </a:bodyPr>
          <a:lstStyle/>
          <a:p>
            <a:pPr marL="450000" lvl="0" indent="0" algn="l" rtl="0">
              <a:spcBef>
                <a:spcPts val="0"/>
              </a:spcBef>
              <a:spcAft>
                <a:spcPts val="0"/>
              </a:spcAft>
              <a:buNone/>
            </a:pPr>
            <a:r>
              <a:rPr lang="en-GB"/>
              <a:t>This project is a collaboration between “</a:t>
            </a:r>
            <a:r>
              <a:rPr lang="en-GB" b="1"/>
              <a:t>mboRijnland</a:t>
            </a:r>
            <a:r>
              <a:rPr lang="en-GB"/>
              <a:t>” and “</a:t>
            </a:r>
            <a:r>
              <a:rPr lang="en-GB" b="1"/>
              <a:t>City College of Plymouth</a:t>
            </a:r>
            <a:r>
              <a:rPr lang="en-GB"/>
              <a:t>” that allows students to work and learn together. </a:t>
            </a:r>
            <a:endParaRPr/>
          </a:p>
          <a:p>
            <a:pPr marL="450000" lvl="0" indent="0" algn="l" rtl="0">
              <a:spcBef>
                <a:spcPts val="600"/>
              </a:spcBef>
              <a:spcAft>
                <a:spcPts val="0"/>
              </a:spcAft>
              <a:buNone/>
            </a:pPr>
            <a:r>
              <a:rPr lang="en-GB" sz="1700"/>
              <a:t>The web application we are developing is called “W/ Friends”.</a:t>
            </a:r>
            <a:endParaRPr sz="1700"/>
          </a:p>
          <a:p>
            <a:pPr marL="450000" lvl="0" indent="0" algn="l" rtl="0">
              <a:spcBef>
                <a:spcPts val="600"/>
              </a:spcBef>
              <a:spcAft>
                <a:spcPts val="0"/>
              </a:spcAft>
              <a:buNone/>
            </a:pPr>
            <a:r>
              <a:rPr lang="en-GB" sz="1700"/>
              <a:t>It is a web social application with the practical main function designed to help friends meet. </a:t>
            </a:r>
            <a:endParaRPr sz="1700"/>
          </a:p>
          <a:p>
            <a:pPr marL="450000" lvl="0" indent="0" algn="l" rtl="0">
              <a:spcBef>
                <a:spcPts val="600"/>
              </a:spcBef>
              <a:spcAft>
                <a:spcPts val="0"/>
              </a:spcAft>
              <a:buNone/>
            </a:pPr>
            <a:r>
              <a:rPr lang="en-GB" sz="1700"/>
              <a:t>The map based software will show you where your “friends” are and will allow to chat with them and set meeting points for specific events. In addition, users are also able to write specific tailored reviews of places such as restaurants, pubs, clubs and shops created by your “friends”.  </a:t>
            </a:r>
            <a:endParaRPr sz="1700"/>
          </a:p>
          <a:p>
            <a:pPr marL="1260000" lvl="0" indent="-304164" algn="l" rtl="0">
              <a:spcBef>
                <a:spcPts val="1200"/>
              </a:spcBef>
              <a:spcAft>
                <a:spcPts val="0"/>
              </a:spcAft>
              <a:buClr>
                <a:srgbClr val="434343"/>
              </a:buClr>
              <a:buSzPct val="100000"/>
              <a:buFont typeface="Source Code Pro"/>
              <a:buChar char="●"/>
            </a:pPr>
            <a:r>
              <a:rPr lang="en-GB" sz="1700"/>
              <a:t>Pick a place to meet your friends (GPS system)</a:t>
            </a:r>
            <a:endParaRPr sz="1700"/>
          </a:p>
          <a:p>
            <a:pPr marL="1260000" lvl="0" indent="-304164" algn="l" rtl="0">
              <a:spcBef>
                <a:spcPts val="0"/>
              </a:spcBef>
              <a:spcAft>
                <a:spcPts val="0"/>
              </a:spcAft>
              <a:buClr>
                <a:srgbClr val="434343"/>
              </a:buClr>
              <a:buSzPct val="100000"/>
              <a:buFont typeface="Source Code Pro"/>
              <a:buChar char="●"/>
            </a:pPr>
            <a:r>
              <a:rPr lang="en-GB" sz="1700"/>
              <a:t>See where your friends are going to </a:t>
            </a:r>
            <a:endParaRPr sz="1700"/>
          </a:p>
          <a:p>
            <a:pPr marL="1260000" lvl="0" indent="-304164" algn="l" rtl="0">
              <a:spcBef>
                <a:spcPts val="0"/>
              </a:spcBef>
              <a:spcAft>
                <a:spcPts val="0"/>
              </a:spcAft>
              <a:buClr>
                <a:srgbClr val="434343"/>
              </a:buClr>
              <a:buSzPct val="100000"/>
              <a:buFont typeface="Source Code Pro"/>
              <a:buChar char="●"/>
            </a:pPr>
            <a:r>
              <a:rPr lang="en-GB" sz="1700"/>
              <a:t>Personal specific recommendations/ratings of places on the map </a:t>
            </a:r>
            <a:endParaRPr sz="1700"/>
          </a:p>
          <a:p>
            <a:pPr marL="1260000" lvl="0" indent="-304164" algn="l" rtl="0">
              <a:spcBef>
                <a:spcPts val="0"/>
              </a:spcBef>
              <a:spcAft>
                <a:spcPts val="0"/>
              </a:spcAft>
              <a:buClr>
                <a:srgbClr val="434343"/>
              </a:buClr>
              <a:buSzPct val="100000"/>
              <a:buFont typeface="Arial"/>
              <a:buChar char="●"/>
            </a:pPr>
            <a:r>
              <a:rPr lang="en-GB" sz="1700"/>
              <a:t>Our target audience is age 16+</a:t>
            </a:r>
            <a:endParaRPr sz="1700"/>
          </a:p>
          <a:p>
            <a:pPr marL="1260000" lvl="0" indent="-304164" algn="l" rtl="0">
              <a:spcBef>
                <a:spcPts val="0"/>
              </a:spcBef>
              <a:spcAft>
                <a:spcPts val="0"/>
              </a:spcAft>
              <a:buClr>
                <a:srgbClr val="434343"/>
              </a:buClr>
              <a:buSzPct val="100000"/>
              <a:buFont typeface="Source Code Pro"/>
              <a:buChar char="●"/>
            </a:pPr>
            <a:r>
              <a:rPr lang="en-GB" sz="1700"/>
              <a:t>6-digit code to add each other as friends (QR code can be added to manage friend requests) </a:t>
            </a:r>
            <a:endParaRPr sz="1700"/>
          </a:p>
          <a:p>
            <a:pPr marL="1260000" lvl="0" indent="-304164" algn="l" rtl="0">
              <a:spcBef>
                <a:spcPts val="0"/>
              </a:spcBef>
              <a:spcAft>
                <a:spcPts val="0"/>
              </a:spcAft>
              <a:buClr>
                <a:srgbClr val="434343"/>
              </a:buClr>
              <a:buSzPct val="100000"/>
              <a:buFont typeface="Source Code Pro"/>
              <a:buChar char="●"/>
            </a:pPr>
            <a:r>
              <a:rPr lang="en-GB" sz="1700"/>
              <a:t>Secure login/register page (CAPTCHA I am not a robot)</a:t>
            </a:r>
            <a:endParaRPr sz="1700"/>
          </a:p>
          <a:p>
            <a:pPr marL="1260000" lvl="0" indent="-304164" algn="l" rtl="0">
              <a:spcBef>
                <a:spcPts val="0"/>
              </a:spcBef>
              <a:spcAft>
                <a:spcPts val="0"/>
              </a:spcAft>
              <a:buClr>
                <a:srgbClr val="434343"/>
              </a:buClr>
              <a:buSzPct val="100000"/>
              <a:buFont typeface="Source Code Pro"/>
              <a:buChar char="●"/>
            </a:pPr>
            <a:r>
              <a:rPr lang="en-GB" sz="1700"/>
              <a:t>Chat with people in proximity. </a:t>
            </a:r>
            <a:endParaRPr/>
          </a:p>
        </p:txBody>
      </p:sp>
      <p:sp>
        <p:nvSpPr>
          <p:cNvPr id="76" name="Google Shape;76;p15"/>
          <p:cNvSpPr txBox="1"/>
          <p:nvPr/>
        </p:nvSpPr>
        <p:spPr>
          <a:xfrm>
            <a:off x="0" y="0"/>
            <a:ext cx="30000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endParaRPr/>
          </a:p>
        </p:txBody>
      </p:sp>
      <p:sp>
        <p:nvSpPr>
          <p:cNvPr id="77" name="Google Shape;77;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sz="2000" b="1"/>
              <a:t>3</a:t>
            </a:fld>
            <a:endParaRPr sz="2000" b="1"/>
          </a:p>
        </p:txBody>
      </p:sp>
      <p:pic>
        <p:nvPicPr>
          <p:cNvPr id="78" name="Google Shape;78;p15"/>
          <p:cNvPicPr preferRelativeResize="0"/>
          <p:nvPr/>
        </p:nvPicPr>
        <p:blipFill>
          <a:blip r:embed="rId3">
            <a:alphaModFix/>
          </a:blip>
          <a:stretch>
            <a:fillRect/>
          </a:stretch>
        </p:blipFill>
        <p:spPr>
          <a:xfrm>
            <a:off x="7534175" y="182325"/>
            <a:ext cx="1336150" cy="825175"/>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AF666-8DC3-6A4F-9947-DDCF57E4CEFB}"/>
              </a:ext>
            </a:extLst>
          </p:cNvPr>
          <p:cNvSpPr>
            <a:spLocks noGrp="1"/>
          </p:cNvSpPr>
          <p:nvPr>
            <p:ph type="title"/>
          </p:nvPr>
        </p:nvSpPr>
        <p:spPr/>
        <p:txBody>
          <a:bodyPr>
            <a:normAutofit fontScale="90000"/>
          </a:bodyPr>
          <a:lstStyle/>
          <a:p>
            <a:pPr algn="ctr"/>
            <a:r>
              <a:rPr lang="en-GB"/>
              <a:t>Setting up the Server</a:t>
            </a:r>
          </a:p>
        </p:txBody>
      </p:sp>
      <p:sp>
        <p:nvSpPr>
          <p:cNvPr id="4" name="Slide Number Placeholder 3">
            <a:extLst>
              <a:ext uri="{FF2B5EF4-FFF2-40B4-BE49-F238E27FC236}">
                <a16:creationId xmlns:a16="http://schemas.microsoft.com/office/drawing/2014/main" id="{585138AF-CDFA-33F2-7B52-589270B487E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a:t>4</a:t>
            </a:fld>
            <a:endParaRPr lang="en-GB"/>
          </a:p>
        </p:txBody>
      </p:sp>
      <p:pic>
        <p:nvPicPr>
          <p:cNvPr id="3" name="Picture 4" descr="Text&#10;&#10;Description automatically generated">
            <a:extLst>
              <a:ext uri="{FF2B5EF4-FFF2-40B4-BE49-F238E27FC236}">
                <a16:creationId xmlns:a16="http://schemas.microsoft.com/office/drawing/2014/main" id="{C477F560-1D2B-EFB4-7475-C8EE81DAB673}"/>
              </a:ext>
            </a:extLst>
          </p:cNvPr>
          <p:cNvPicPr>
            <a:picLocks noChangeAspect="1"/>
          </p:cNvPicPr>
          <p:nvPr/>
        </p:nvPicPr>
        <p:blipFill>
          <a:blip r:embed="rId2"/>
          <a:stretch>
            <a:fillRect/>
          </a:stretch>
        </p:blipFill>
        <p:spPr>
          <a:xfrm>
            <a:off x="4984750" y="2675809"/>
            <a:ext cx="3765550" cy="1442882"/>
          </a:xfrm>
          <a:prstGeom prst="rect">
            <a:avLst/>
          </a:prstGeom>
        </p:spPr>
      </p:pic>
      <p:sp>
        <p:nvSpPr>
          <p:cNvPr id="6" name="TextBox 5">
            <a:extLst>
              <a:ext uri="{FF2B5EF4-FFF2-40B4-BE49-F238E27FC236}">
                <a16:creationId xmlns:a16="http://schemas.microsoft.com/office/drawing/2014/main" id="{58466507-F5AC-E7C8-DBB3-310AB9545A9D}"/>
              </a:ext>
            </a:extLst>
          </p:cNvPr>
          <p:cNvSpPr txBox="1"/>
          <p:nvPr/>
        </p:nvSpPr>
        <p:spPr>
          <a:xfrm>
            <a:off x="3432175" y="4410075"/>
            <a:ext cx="127000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lgn="ctr">
              <a:buChar char="•"/>
            </a:pPr>
            <a:r>
              <a:rPr lang="en-GB" sz="1200">
                <a:latin typeface="Source Code Pro"/>
              </a:rPr>
              <a:t>Apache2 </a:t>
            </a:r>
          </a:p>
        </p:txBody>
      </p:sp>
      <p:sp>
        <p:nvSpPr>
          <p:cNvPr id="7" name="TextBox 6">
            <a:extLst>
              <a:ext uri="{FF2B5EF4-FFF2-40B4-BE49-F238E27FC236}">
                <a16:creationId xmlns:a16="http://schemas.microsoft.com/office/drawing/2014/main" id="{24E95684-AC57-E7D8-3E1D-7895B7531172}"/>
              </a:ext>
            </a:extLst>
          </p:cNvPr>
          <p:cNvSpPr txBox="1"/>
          <p:nvPr/>
        </p:nvSpPr>
        <p:spPr>
          <a:xfrm>
            <a:off x="2546350" y="4413250"/>
            <a:ext cx="84455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Char char="•"/>
            </a:pPr>
            <a:r>
              <a:rPr lang="en-GB" sz="1200">
                <a:latin typeface="Source Code Pro"/>
              </a:rPr>
              <a:t>PHP</a:t>
            </a:r>
            <a:r>
              <a:rPr lang="en-GB" sz="1200">
                <a:latin typeface="Source Code Pro"/>
                <a:ea typeface="Source Code Pro"/>
              </a:rPr>
              <a:t>​</a:t>
            </a:r>
            <a:endParaRPr lang="en-GB" sz="1200"/>
          </a:p>
        </p:txBody>
      </p:sp>
      <p:sp>
        <p:nvSpPr>
          <p:cNvPr id="8" name="TextBox 7">
            <a:extLst>
              <a:ext uri="{FF2B5EF4-FFF2-40B4-BE49-F238E27FC236}">
                <a16:creationId xmlns:a16="http://schemas.microsoft.com/office/drawing/2014/main" id="{D0C42DEB-C7DD-8918-96CC-65224A1E63E2}"/>
              </a:ext>
            </a:extLst>
          </p:cNvPr>
          <p:cNvSpPr txBox="1"/>
          <p:nvPr/>
        </p:nvSpPr>
        <p:spPr>
          <a:xfrm>
            <a:off x="4813300" y="4381500"/>
            <a:ext cx="274320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buChar char="•"/>
            </a:pPr>
            <a:r>
              <a:rPr lang="en-GB" sz="1200">
                <a:latin typeface="Source Code Pro"/>
              </a:rPr>
              <a:t> Mysql</a:t>
            </a:r>
            <a:r>
              <a:rPr lang="en-GB" sz="1200">
                <a:latin typeface="Source Code Pro"/>
                <a:ea typeface="Source Code Pro"/>
              </a:rPr>
              <a:t>​</a:t>
            </a:r>
            <a:endParaRPr lang="en-GB" sz="1200"/>
          </a:p>
        </p:txBody>
      </p:sp>
      <p:pic>
        <p:nvPicPr>
          <p:cNvPr id="9" name="Picture 9" descr="Graphical user interface, text, application&#10;&#10;Description automatically generated">
            <a:extLst>
              <a:ext uri="{FF2B5EF4-FFF2-40B4-BE49-F238E27FC236}">
                <a16:creationId xmlns:a16="http://schemas.microsoft.com/office/drawing/2014/main" id="{2CEEAC34-17A7-9F3A-64A0-4A4CBBA564DE}"/>
              </a:ext>
            </a:extLst>
          </p:cNvPr>
          <p:cNvPicPr>
            <a:picLocks noChangeAspect="1"/>
          </p:cNvPicPr>
          <p:nvPr/>
        </p:nvPicPr>
        <p:blipFill rotWithShape="1">
          <a:blip r:embed="rId3"/>
          <a:srcRect b="2797"/>
          <a:stretch/>
        </p:blipFill>
        <p:spPr>
          <a:xfrm>
            <a:off x="215900" y="1122608"/>
            <a:ext cx="4552950" cy="2274048"/>
          </a:xfrm>
          <a:prstGeom prst="rect">
            <a:avLst/>
          </a:prstGeom>
        </p:spPr>
      </p:pic>
      <p:sp>
        <p:nvSpPr>
          <p:cNvPr id="11" name="TextBox 10">
            <a:extLst>
              <a:ext uri="{FF2B5EF4-FFF2-40B4-BE49-F238E27FC236}">
                <a16:creationId xmlns:a16="http://schemas.microsoft.com/office/drawing/2014/main" id="{69F091E6-8621-C925-E5C8-F1F4459E2BD7}"/>
              </a:ext>
            </a:extLst>
          </p:cNvPr>
          <p:cNvSpPr txBox="1"/>
          <p:nvPr/>
        </p:nvSpPr>
        <p:spPr>
          <a:xfrm>
            <a:off x="5956299" y="4381500"/>
            <a:ext cx="147320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Char char="•"/>
            </a:pPr>
            <a:r>
              <a:rPr lang="en-GB" sz="1200">
                <a:ea typeface="Source Code Pro"/>
              </a:rPr>
              <a:t>phpMyAdmin</a:t>
            </a:r>
          </a:p>
        </p:txBody>
      </p:sp>
    </p:spTree>
    <p:extLst>
      <p:ext uri="{BB962C8B-B14F-4D97-AF65-F5344CB8AC3E}">
        <p14:creationId xmlns:p14="http://schemas.microsoft.com/office/powerpoint/2010/main" val="3656245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6"/>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GB"/>
              <a:t>Homepage style</a:t>
            </a:r>
            <a:endParaRPr/>
          </a:p>
          <a:p>
            <a:pPr marL="0" lvl="0" indent="0" algn="l" rtl="0">
              <a:spcBef>
                <a:spcPts val="0"/>
              </a:spcBef>
              <a:spcAft>
                <a:spcPts val="0"/>
              </a:spcAft>
              <a:buNone/>
            </a:pPr>
            <a:endParaRPr/>
          </a:p>
        </p:txBody>
      </p:sp>
      <p:sp>
        <p:nvSpPr>
          <p:cNvPr id="84" name="Google Shape;84;p16"/>
          <p:cNvSpPr txBox="1"/>
          <p:nvPr/>
        </p:nvSpPr>
        <p:spPr>
          <a:xfrm>
            <a:off x="0" y="0"/>
            <a:ext cx="30000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endParaRPr/>
          </a:p>
        </p:txBody>
      </p:sp>
      <p:sp>
        <p:nvSpPr>
          <p:cNvPr id="85" name="Google Shape;85;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sz="2000" b="1"/>
              <a:t>5</a:t>
            </a:fld>
            <a:endParaRPr sz="2000" b="1"/>
          </a:p>
        </p:txBody>
      </p:sp>
      <p:pic>
        <p:nvPicPr>
          <p:cNvPr id="86" name="Google Shape;86;p16"/>
          <p:cNvPicPr preferRelativeResize="0"/>
          <p:nvPr/>
        </p:nvPicPr>
        <p:blipFill>
          <a:blip r:embed="rId3">
            <a:alphaModFix/>
          </a:blip>
          <a:stretch>
            <a:fillRect/>
          </a:stretch>
        </p:blipFill>
        <p:spPr>
          <a:xfrm>
            <a:off x="7534175" y="182325"/>
            <a:ext cx="1336150" cy="825175"/>
          </a:xfrm>
          <a:prstGeom prst="rect">
            <a:avLst/>
          </a:prstGeom>
          <a:noFill/>
          <a:ln>
            <a:noFill/>
          </a:ln>
          <a:effectLst>
            <a:outerShdw blurRad="57150" dist="19050" dir="5400000" algn="bl" rotWithShape="0">
              <a:srgbClr val="000000">
                <a:alpha val="50000"/>
              </a:srgbClr>
            </a:outerShdw>
          </a:effectLst>
        </p:spPr>
      </p:pic>
      <p:pic>
        <p:nvPicPr>
          <p:cNvPr id="87" name="Google Shape;87;p16"/>
          <p:cNvPicPr preferRelativeResize="0"/>
          <p:nvPr/>
        </p:nvPicPr>
        <p:blipFill>
          <a:blip r:embed="rId4">
            <a:alphaModFix/>
          </a:blip>
          <a:stretch>
            <a:fillRect/>
          </a:stretch>
        </p:blipFill>
        <p:spPr>
          <a:xfrm>
            <a:off x="822525" y="1144700"/>
            <a:ext cx="7577371" cy="374484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7"/>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GB"/>
              <a:t>Database</a:t>
            </a:r>
            <a:endParaRPr/>
          </a:p>
        </p:txBody>
      </p:sp>
      <p:sp>
        <p:nvSpPr>
          <p:cNvPr id="93" name="Google Shape;93;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sz="2000" b="1"/>
              <a:t>6</a:t>
            </a:fld>
            <a:endParaRPr sz="2000" b="1"/>
          </a:p>
        </p:txBody>
      </p:sp>
      <p:pic>
        <p:nvPicPr>
          <p:cNvPr id="94" name="Google Shape;94;p17"/>
          <p:cNvPicPr preferRelativeResize="0"/>
          <p:nvPr/>
        </p:nvPicPr>
        <p:blipFill>
          <a:blip r:embed="rId3">
            <a:alphaModFix/>
          </a:blip>
          <a:stretch>
            <a:fillRect/>
          </a:stretch>
        </p:blipFill>
        <p:spPr>
          <a:xfrm>
            <a:off x="7496150" y="148575"/>
            <a:ext cx="1336150" cy="825175"/>
          </a:xfrm>
          <a:prstGeom prst="rect">
            <a:avLst/>
          </a:prstGeom>
          <a:noFill/>
          <a:ln>
            <a:noFill/>
          </a:ln>
          <a:effectLst>
            <a:outerShdw blurRad="57150" dist="19050" dir="5400000" algn="bl" rotWithShape="0">
              <a:srgbClr val="000000">
                <a:alpha val="50000"/>
              </a:srgbClr>
            </a:outerShdw>
          </a:effectLst>
        </p:spPr>
      </p:pic>
      <p:pic>
        <p:nvPicPr>
          <p:cNvPr id="95" name="Google Shape;95;p17"/>
          <p:cNvPicPr preferRelativeResize="0"/>
          <p:nvPr/>
        </p:nvPicPr>
        <p:blipFill>
          <a:blip r:embed="rId4">
            <a:alphaModFix/>
          </a:blip>
          <a:stretch>
            <a:fillRect/>
          </a:stretch>
        </p:blipFill>
        <p:spPr>
          <a:xfrm>
            <a:off x="2606825" y="1021350"/>
            <a:ext cx="4016600" cy="39605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8"/>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GB"/>
              <a:t>Firewall rules</a:t>
            </a:r>
            <a:endParaRPr/>
          </a:p>
        </p:txBody>
      </p:sp>
      <p:sp>
        <p:nvSpPr>
          <p:cNvPr id="101" name="Google Shape;101;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sz="2000" b="1"/>
              <a:t>7</a:t>
            </a:fld>
            <a:endParaRPr sz="2000" b="1"/>
          </a:p>
        </p:txBody>
      </p:sp>
      <p:pic>
        <p:nvPicPr>
          <p:cNvPr id="102" name="Google Shape;102;p18"/>
          <p:cNvPicPr preferRelativeResize="0"/>
          <p:nvPr/>
        </p:nvPicPr>
        <p:blipFill>
          <a:blip r:embed="rId3">
            <a:alphaModFix/>
          </a:blip>
          <a:stretch>
            <a:fillRect/>
          </a:stretch>
        </p:blipFill>
        <p:spPr>
          <a:xfrm>
            <a:off x="7496150" y="148575"/>
            <a:ext cx="1336150" cy="825175"/>
          </a:xfrm>
          <a:prstGeom prst="rect">
            <a:avLst/>
          </a:prstGeom>
          <a:noFill/>
          <a:ln>
            <a:noFill/>
          </a:ln>
          <a:effectLst>
            <a:outerShdw blurRad="57150" dist="19050" dir="5400000" algn="bl" rotWithShape="0">
              <a:srgbClr val="000000">
                <a:alpha val="50000"/>
              </a:srgbClr>
            </a:outerShdw>
          </a:effectLst>
        </p:spPr>
      </p:pic>
      <p:pic>
        <p:nvPicPr>
          <p:cNvPr id="103" name="Google Shape;103;p18"/>
          <p:cNvPicPr preferRelativeResize="0"/>
          <p:nvPr/>
        </p:nvPicPr>
        <p:blipFill>
          <a:blip r:embed="rId4">
            <a:alphaModFix/>
          </a:blip>
          <a:stretch>
            <a:fillRect/>
          </a:stretch>
        </p:blipFill>
        <p:spPr>
          <a:xfrm>
            <a:off x="1214800" y="1093850"/>
            <a:ext cx="3222220" cy="3858075"/>
          </a:xfrm>
          <a:prstGeom prst="rect">
            <a:avLst/>
          </a:prstGeom>
          <a:noFill/>
          <a:ln>
            <a:noFill/>
          </a:ln>
        </p:spPr>
      </p:pic>
      <p:pic>
        <p:nvPicPr>
          <p:cNvPr id="104" name="Google Shape;104;p18"/>
          <p:cNvPicPr preferRelativeResize="0"/>
          <p:nvPr/>
        </p:nvPicPr>
        <p:blipFill>
          <a:blip r:embed="rId5">
            <a:alphaModFix/>
          </a:blip>
          <a:stretch>
            <a:fillRect/>
          </a:stretch>
        </p:blipFill>
        <p:spPr>
          <a:xfrm>
            <a:off x="5150050" y="1093850"/>
            <a:ext cx="2499275" cy="385806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9"/>
          <p:cNvSpPr txBox="1">
            <a:spLocks noGrp="1"/>
          </p:cNvSpPr>
          <p:nvPr>
            <p:ph type="title"/>
          </p:nvPr>
        </p:nvSpPr>
        <p:spPr>
          <a:xfrm>
            <a:off x="50550" y="148575"/>
            <a:ext cx="2125800" cy="8010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GB"/>
              <a:t>Guntt Chart</a:t>
            </a:r>
            <a:endParaRPr/>
          </a:p>
        </p:txBody>
      </p:sp>
      <p:sp>
        <p:nvSpPr>
          <p:cNvPr id="110" name="Google Shape;110;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sz="2000" b="1"/>
              <a:t>8</a:t>
            </a:fld>
            <a:endParaRPr sz="2000" b="1"/>
          </a:p>
        </p:txBody>
      </p:sp>
      <p:pic>
        <p:nvPicPr>
          <p:cNvPr id="111" name="Google Shape;111;p19"/>
          <p:cNvPicPr preferRelativeResize="0"/>
          <p:nvPr/>
        </p:nvPicPr>
        <p:blipFill>
          <a:blip r:embed="rId3">
            <a:alphaModFix/>
          </a:blip>
          <a:stretch>
            <a:fillRect/>
          </a:stretch>
        </p:blipFill>
        <p:spPr>
          <a:xfrm>
            <a:off x="7496150" y="148575"/>
            <a:ext cx="1336150" cy="825175"/>
          </a:xfrm>
          <a:prstGeom prst="rect">
            <a:avLst/>
          </a:prstGeom>
          <a:noFill/>
          <a:ln>
            <a:noFill/>
          </a:ln>
          <a:effectLst>
            <a:outerShdw blurRad="57150" dist="19050" dir="5400000" algn="bl" rotWithShape="0">
              <a:srgbClr val="000000">
                <a:alpha val="50000"/>
              </a:srgbClr>
            </a:outerShdw>
          </a:effectLst>
        </p:spPr>
      </p:pic>
      <p:pic>
        <p:nvPicPr>
          <p:cNvPr id="112" name="Google Shape;112;p19"/>
          <p:cNvPicPr preferRelativeResize="0"/>
          <p:nvPr/>
        </p:nvPicPr>
        <p:blipFill>
          <a:blip r:embed="rId4">
            <a:alphaModFix/>
          </a:blip>
          <a:stretch>
            <a:fillRect/>
          </a:stretch>
        </p:blipFill>
        <p:spPr>
          <a:xfrm>
            <a:off x="101550" y="3486025"/>
            <a:ext cx="4401526" cy="1064628"/>
          </a:xfrm>
          <a:prstGeom prst="rect">
            <a:avLst/>
          </a:prstGeom>
          <a:noFill/>
          <a:ln>
            <a:noFill/>
          </a:ln>
        </p:spPr>
      </p:pic>
      <p:pic>
        <p:nvPicPr>
          <p:cNvPr id="113" name="Google Shape;113;p19"/>
          <p:cNvPicPr preferRelativeResize="0"/>
          <p:nvPr/>
        </p:nvPicPr>
        <p:blipFill>
          <a:blip r:embed="rId5">
            <a:alphaModFix/>
          </a:blip>
          <a:stretch>
            <a:fillRect/>
          </a:stretch>
        </p:blipFill>
        <p:spPr>
          <a:xfrm>
            <a:off x="101550" y="1292125"/>
            <a:ext cx="4401525" cy="1841850"/>
          </a:xfrm>
          <a:prstGeom prst="rect">
            <a:avLst/>
          </a:prstGeom>
          <a:noFill/>
          <a:ln>
            <a:noFill/>
          </a:ln>
        </p:spPr>
      </p:pic>
      <p:pic>
        <p:nvPicPr>
          <p:cNvPr id="114" name="Google Shape;114;p19"/>
          <p:cNvPicPr preferRelativeResize="0"/>
          <p:nvPr/>
        </p:nvPicPr>
        <p:blipFill>
          <a:blip r:embed="rId6">
            <a:alphaModFix/>
          </a:blip>
          <a:stretch>
            <a:fillRect/>
          </a:stretch>
        </p:blipFill>
        <p:spPr>
          <a:xfrm>
            <a:off x="4609500" y="1292125"/>
            <a:ext cx="4419292" cy="1841850"/>
          </a:xfrm>
          <a:prstGeom prst="rect">
            <a:avLst/>
          </a:prstGeom>
          <a:noFill/>
          <a:ln>
            <a:noFill/>
          </a:ln>
        </p:spPr>
      </p:pic>
      <p:pic>
        <p:nvPicPr>
          <p:cNvPr id="115" name="Google Shape;115;p19"/>
          <p:cNvPicPr preferRelativeResize="0"/>
          <p:nvPr/>
        </p:nvPicPr>
        <p:blipFill>
          <a:blip r:embed="rId7">
            <a:alphaModFix/>
          </a:blip>
          <a:stretch>
            <a:fillRect/>
          </a:stretch>
        </p:blipFill>
        <p:spPr>
          <a:xfrm>
            <a:off x="4601850" y="3486013"/>
            <a:ext cx="4434592" cy="8251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0"/>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GB"/>
              <a:t>Expectations</a:t>
            </a:r>
            <a:endParaRPr/>
          </a:p>
        </p:txBody>
      </p:sp>
      <p:sp>
        <p:nvSpPr>
          <p:cNvPr id="121" name="Google Shape;121;p20"/>
          <p:cNvSpPr txBox="1">
            <a:spLocks noGrp="1"/>
          </p:cNvSpPr>
          <p:nvPr>
            <p:ph type="body" idx="1"/>
          </p:nvPr>
        </p:nvSpPr>
        <p:spPr>
          <a:xfrm>
            <a:off x="877825" y="1482575"/>
            <a:ext cx="7544700" cy="3340200"/>
          </a:xfrm>
          <a:prstGeom prst="rect">
            <a:avLst/>
          </a:prstGeom>
        </p:spPr>
        <p:txBody>
          <a:bodyPr spcFirstLastPara="1" wrap="square" lIns="91425" tIns="91425" rIns="91425" bIns="91425" anchor="t" anchorCtr="0">
            <a:normAutofit fontScale="92500" lnSpcReduction="10000"/>
          </a:bodyPr>
          <a:lstStyle/>
          <a:p>
            <a:pPr marL="0" lvl="0" indent="0" algn="l" rtl="0">
              <a:spcBef>
                <a:spcPts val="0"/>
              </a:spcBef>
              <a:spcAft>
                <a:spcPts val="0"/>
              </a:spcAft>
              <a:buNone/>
            </a:pPr>
            <a:r>
              <a:rPr lang="en-GB" sz="2133"/>
              <a:t>For this project our expectations are:</a:t>
            </a:r>
            <a:endParaRPr sz="2133"/>
          </a:p>
          <a:p>
            <a:pPr marL="540000" lvl="0" indent="-343775" algn="l" rtl="0">
              <a:lnSpc>
                <a:spcPct val="150000"/>
              </a:lnSpc>
              <a:spcBef>
                <a:spcPts val="1200"/>
              </a:spcBef>
              <a:spcAft>
                <a:spcPts val="0"/>
              </a:spcAft>
              <a:buSzPct val="100000"/>
              <a:buChar char="●"/>
            </a:pPr>
            <a:r>
              <a:rPr lang="en-GB" sz="2133"/>
              <a:t>Understanding how to work in teams</a:t>
            </a:r>
            <a:endParaRPr sz="2133"/>
          </a:p>
          <a:p>
            <a:pPr marL="540000" lvl="0" indent="-343775" algn="l" rtl="0">
              <a:lnSpc>
                <a:spcPct val="150000"/>
              </a:lnSpc>
              <a:spcBef>
                <a:spcPts val="0"/>
              </a:spcBef>
              <a:spcAft>
                <a:spcPts val="0"/>
              </a:spcAft>
              <a:buSzPct val="100000"/>
              <a:buChar char="●"/>
            </a:pPr>
            <a:r>
              <a:rPr lang="en-GB" sz="2133"/>
              <a:t>Learning about several technologies </a:t>
            </a:r>
            <a:endParaRPr sz="2133"/>
          </a:p>
          <a:p>
            <a:pPr marL="540000" lvl="0" indent="-343775" algn="l" rtl="0">
              <a:lnSpc>
                <a:spcPct val="150000"/>
              </a:lnSpc>
              <a:spcBef>
                <a:spcPts val="0"/>
              </a:spcBef>
              <a:spcAft>
                <a:spcPts val="0"/>
              </a:spcAft>
              <a:buSzPct val="100000"/>
              <a:buChar char="●"/>
            </a:pPr>
            <a:r>
              <a:rPr lang="en-GB" sz="2133"/>
              <a:t>Delivering an almost fully prototype implementing complex features (time might affect our product)</a:t>
            </a:r>
            <a:endParaRPr sz="2133"/>
          </a:p>
          <a:p>
            <a:pPr marL="540000" lvl="0" indent="-343775" algn="l" rtl="0">
              <a:lnSpc>
                <a:spcPct val="150000"/>
              </a:lnSpc>
              <a:spcBef>
                <a:spcPts val="0"/>
              </a:spcBef>
              <a:spcAft>
                <a:spcPts val="0"/>
              </a:spcAft>
              <a:buSzPct val="100000"/>
              <a:buChar char="●"/>
            </a:pPr>
            <a:r>
              <a:rPr lang="en-GB" sz="2133"/>
              <a:t>Make new friends!</a:t>
            </a:r>
            <a:endParaRPr sz="2133"/>
          </a:p>
          <a:p>
            <a:pPr marL="0" lvl="0" indent="0" algn="ctr" rtl="0">
              <a:spcBef>
                <a:spcPts val="1200"/>
              </a:spcBef>
              <a:spcAft>
                <a:spcPts val="0"/>
              </a:spcAft>
              <a:buNone/>
            </a:pPr>
            <a:endParaRPr sz="3300"/>
          </a:p>
          <a:p>
            <a:pPr marL="457200" lvl="0" indent="0" algn="l" rtl="0">
              <a:spcBef>
                <a:spcPts val="1200"/>
              </a:spcBef>
              <a:spcAft>
                <a:spcPts val="1200"/>
              </a:spcAft>
              <a:buNone/>
            </a:pPr>
            <a:endParaRPr/>
          </a:p>
        </p:txBody>
      </p:sp>
      <p:sp>
        <p:nvSpPr>
          <p:cNvPr id="122" name="Google Shape;122;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sz="2000" b="1"/>
              <a:t>9</a:t>
            </a:fld>
            <a:endParaRPr sz="2000" b="1"/>
          </a:p>
        </p:txBody>
      </p:sp>
      <p:pic>
        <p:nvPicPr>
          <p:cNvPr id="123" name="Google Shape;123;p20"/>
          <p:cNvPicPr preferRelativeResize="0"/>
          <p:nvPr/>
        </p:nvPicPr>
        <p:blipFill>
          <a:blip r:embed="rId3">
            <a:alphaModFix/>
          </a:blip>
          <a:stretch>
            <a:fillRect/>
          </a:stretch>
        </p:blipFill>
        <p:spPr>
          <a:xfrm>
            <a:off x="7496150" y="148575"/>
            <a:ext cx="1336150" cy="825175"/>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1"/>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GB"/>
              <a:t>Conclusion</a:t>
            </a:r>
            <a:endParaRPr/>
          </a:p>
        </p:txBody>
      </p:sp>
      <p:sp>
        <p:nvSpPr>
          <p:cNvPr id="129" name="Google Shape;129;p21"/>
          <p:cNvSpPr txBox="1">
            <a:spLocks noGrp="1"/>
          </p:cNvSpPr>
          <p:nvPr>
            <p:ph type="body" idx="1"/>
          </p:nvPr>
        </p:nvSpPr>
        <p:spPr>
          <a:xfrm>
            <a:off x="311700" y="1228675"/>
            <a:ext cx="8520600" cy="33402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a:p>
            <a:pPr marL="0" lvl="0" indent="0" algn="ctr" rtl="0">
              <a:spcBef>
                <a:spcPts val="1200"/>
              </a:spcBef>
              <a:spcAft>
                <a:spcPts val="0"/>
              </a:spcAft>
              <a:buNone/>
            </a:pPr>
            <a:r>
              <a:rPr lang="en-GB"/>
              <a:t>We would like to thank all of you for your hospitality and for participating at our presentation</a:t>
            </a:r>
            <a:endParaRPr/>
          </a:p>
          <a:p>
            <a:pPr marL="0" lvl="0" indent="0" algn="l" rtl="0">
              <a:spcBef>
                <a:spcPts val="1200"/>
              </a:spcBef>
              <a:spcAft>
                <a:spcPts val="0"/>
              </a:spcAft>
              <a:buNone/>
            </a:pPr>
            <a:endParaRPr sz="4300"/>
          </a:p>
          <a:p>
            <a:pPr marL="2286000" lvl="0" indent="457200" algn="l" rtl="0">
              <a:spcBef>
                <a:spcPts val="1200"/>
              </a:spcBef>
              <a:spcAft>
                <a:spcPts val="1200"/>
              </a:spcAft>
              <a:buNone/>
            </a:pPr>
            <a:r>
              <a:rPr lang="en-GB" sz="3300"/>
              <a:t>QUESTIONS??</a:t>
            </a:r>
            <a:endParaRPr/>
          </a:p>
        </p:txBody>
      </p:sp>
      <p:sp>
        <p:nvSpPr>
          <p:cNvPr id="130" name="Google Shape;130;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sz="2000" b="1"/>
              <a:t>10</a:t>
            </a:fld>
            <a:endParaRPr sz="2000" b="1"/>
          </a:p>
        </p:txBody>
      </p:sp>
      <p:pic>
        <p:nvPicPr>
          <p:cNvPr id="131" name="Google Shape;131;p21"/>
          <p:cNvPicPr preferRelativeResize="0"/>
          <p:nvPr/>
        </p:nvPicPr>
        <p:blipFill>
          <a:blip r:embed="rId3">
            <a:alphaModFix/>
          </a:blip>
          <a:stretch>
            <a:fillRect/>
          </a:stretch>
        </p:blipFill>
        <p:spPr>
          <a:xfrm>
            <a:off x="7496150" y="148575"/>
            <a:ext cx="1336150" cy="825175"/>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theme/theme1.xml><?xml version="1.0" encoding="utf-8"?>
<a:theme xmlns:a="http://schemas.openxmlformats.org/drawingml/2006/main" name="Beach Day">
  <a:themeElements>
    <a:clrScheme name="Beach Day">
      <a:dk1>
        <a:srgbClr val="00FDC8"/>
      </a:dk1>
      <a:lt1>
        <a:srgbClr val="FFFFFF"/>
      </a:lt1>
      <a:dk2>
        <a:srgbClr val="666666"/>
      </a:dk2>
      <a:lt2>
        <a:srgbClr val="EEEEEE"/>
      </a:lt2>
      <a:accent1>
        <a:srgbClr val="212121"/>
      </a:accent1>
      <a:accent2>
        <a:srgbClr val="455A64"/>
      </a:accent2>
      <a:accent3>
        <a:srgbClr val="78909C"/>
      </a:accent3>
      <a:accent4>
        <a:srgbClr val="7C7CE0"/>
      </a:accent4>
      <a:accent5>
        <a:srgbClr val="DB4437"/>
      </a:accent5>
      <a:accent6>
        <a:srgbClr val="F6CD4C"/>
      </a:accent6>
      <a:hlink>
        <a:srgbClr val="DB4437"/>
      </a:hlink>
      <a:folHlink>
        <a:srgbClr val="DB443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65EE9DDCD58C8B4C9D31B1D02FAFF520" ma:contentTypeVersion="9" ma:contentTypeDescription="Een nieuw document maken." ma:contentTypeScope="" ma:versionID="b72ff46603e6052c7f9caa85141fccf2">
  <xsd:schema xmlns:xsd="http://www.w3.org/2001/XMLSchema" xmlns:xs="http://www.w3.org/2001/XMLSchema" xmlns:p="http://schemas.microsoft.com/office/2006/metadata/properties" xmlns:ns2="84b6a628-470e-430a-9750-99dd65082d4c" targetNamespace="http://schemas.microsoft.com/office/2006/metadata/properties" ma:root="true" ma:fieldsID="6159a17a2d03d7c388414b3584fc1dd8" ns2:_="">
    <xsd:import namespace="84b6a628-470e-430a-9750-99dd65082d4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4b6a628-470e-430a-9750-99dd65082d4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8E67F22-2E9B-44B5-9AB2-4292588A33B8}">
  <ds:schemaRefs>
    <ds:schemaRef ds:uri="http://schemas.microsoft.com/sharepoint/v3/contenttype/forms"/>
  </ds:schemaRefs>
</ds:datastoreItem>
</file>

<file path=customXml/itemProps2.xml><?xml version="1.0" encoding="utf-8"?>
<ds:datastoreItem xmlns:ds="http://schemas.openxmlformats.org/officeDocument/2006/customXml" ds:itemID="{496D85DB-692B-4977-A2E7-069455E9C2A5}">
  <ds:schemaRefs>
    <ds:schemaRef ds:uri="84b6a628-470e-430a-9750-99dd65082d4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21596622-DF7D-4387-A7D6-29D92A609B31}">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10</Slides>
  <Notes>9</Notes>
  <HiddenSlides>0</HiddenSlide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Beach Day</vt:lpstr>
      <vt:lpstr>W / Friends</vt:lpstr>
      <vt:lpstr>PowerPoint Presentation</vt:lpstr>
      <vt:lpstr>Netherlands Project </vt:lpstr>
      <vt:lpstr>Setting up the Server</vt:lpstr>
      <vt:lpstr>Homepage style </vt:lpstr>
      <vt:lpstr>Database</vt:lpstr>
      <vt:lpstr>Firewall rules</vt:lpstr>
      <vt:lpstr>Guntt Chart</vt:lpstr>
      <vt:lpstr>Expectations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 / Friends</dc:title>
  <cp:revision>4</cp:revision>
  <dcterms:modified xsi:type="dcterms:W3CDTF">2022-04-08T09:30:01Z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0x01010065EE9DDCD58C8B4C9D31B1D02FAFF520</vt:lpwstr>
  </property>
</Properties>
</file>