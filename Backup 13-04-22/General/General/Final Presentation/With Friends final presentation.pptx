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7"/>
  </p:notesMasterIdLst>
  <p:sldIdLst>
    <p:sldId id="256" r:id="rId5"/>
    <p:sldId id="257" r:id="rId6"/>
    <p:sldId id="258" r:id="rId7"/>
    <p:sldId id="259" r:id="rId8"/>
    <p:sldId id="260" r:id="rId9"/>
    <p:sldId id="261" r:id="rId10"/>
    <p:sldId id="262" r:id="rId11"/>
    <p:sldId id="263" r:id="rId12"/>
    <p:sldId id="264" r:id="rId13"/>
    <p:sldId id="275" r:id="rId14"/>
    <p:sldId id="276" r:id="rId15"/>
    <p:sldId id="277" r:id="rId16"/>
    <p:sldId id="265" r:id="rId17"/>
    <p:sldId id="266" r:id="rId18"/>
    <p:sldId id="267" r:id="rId19"/>
    <p:sldId id="268" r:id="rId20"/>
    <p:sldId id="269" r:id="rId21"/>
    <p:sldId id="270" r:id="rId22"/>
    <p:sldId id="271" r:id="rId23"/>
    <p:sldId id="272" r:id="rId24"/>
    <p:sldId id="273" r:id="rId25"/>
    <p:sldId id="274" r:id="rId26"/>
  </p:sldIdLst>
  <p:sldSz cx="9144000" cy="5143500" type="screen16x9"/>
  <p:notesSz cx="6858000" cy="9144000"/>
  <p:embeddedFontLst>
    <p:embeddedFont>
      <p:font typeface="Amatic SC" panose="020B0604020202020204" charset="-79"/>
      <p:regular r:id="rId28"/>
      <p:bold r:id="rId29"/>
    </p:embeddedFont>
    <p:embeddedFont>
      <p:font typeface="Source Code Pro" panose="020B060402020202020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E85C6-0BE4-4A13-9B92-2021EB84DBB0}" v="7" dt="2022-04-08T11:37:33.974"/>
    <p1510:client id="{50EED112-876B-446E-9489-8674527B359D}" v="56" dt="2022-04-08T13:23:43.677"/>
    <p1510:client id="{7970E678-24C1-41A6-9B55-57A092FBEB4A}" v="26" dt="2022-04-08T13:04:51.735"/>
    <p1510:client id="{C7F29B9C-234E-4C3C-A082-28DBF99EB758}" v="5" dt="2022-04-08T12:41:49.982"/>
    <p1510:client id="{E2BB9F8A-6A37-479C-B880-92A8B11552F5}" v="8" dt="2022-04-08T12:26:22.503"/>
    <p1510:client id="{F2CD35B2-02C6-4EE9-B01A-2EB941DC260B}" v="16" dt="2022-04-08T13:25:58.6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ly de Haard" userId="S::6003952@mborijnland.nl::b916eaaa-600e-45e1-8773-115ecabe59c1" providerId="AD" clId="Web-{50EED112-876B-446E-9489-8674527B359D}"/>
    <pc:docChg chg="addSld modSld">
      <pc:chgData name="Marly de Haard" userId="S::6003952@mborijnland.nl::b916eaaa-600e-45e1-8773-115ecabe59c1" providerId="AD" clId="Web-{50EED112-876B-446E-9489-8674527B359D}" dt="2022-04-08T13:23:43.677" v="49" actId="1076"/>
      <pc:docMkLst>
        <pc:docMk/>
      </pc:docMkLst>
      <pc:sldChg chg="addSp modSp">
        <pc:chgData name="Marly de Haard" userId="S::6003952@mborijnland.nl::b916eaaa-600e-45e1-8773-115ecabe59c1" providerId="AD" clId="Web-{50EED112-876B-446E-9489-8674527B359D}" dt="2022-04-08T13:18:05.216" v="7" actId="1076"/>
        <pc:sldMkLst>
          <pc:docMk/>
          <pc:sldMk cId="0" sldId="264"/>
        </pc:sldMkLst>
        <pc:spChg chg="mod">
          <ac:chgData name="Marly de Haard" userId="S::6003952@mborijnland.nl::b916eaaa-600e-45e1-8773-115ecabe59c1" providerId="AD" clId="Web-{50EED112-876B-446E-9489-8674527B359D}" dt="2022-04-08T13:16:37.417" v="1" actId="1076"/>
          <ac:spMkLst>
            <pc:docMk/>
            <pc:sldMk cId="0" sldId="264"/>
            <ac:spMk id="129" creationId="{00000000-0000-0000-0000-000000000000}"/>
          </ac:spMkLst>
        </pc:spChg>
        <pc:picChg chg="add mod">
          <ac:chgData name="Marly de Haard" userId="S::6003952@mborijnland.nl::b916eaaa-600e-45e1-8773-115ecabe59c1" providerId="AD" clId="Web-{50EED112-876B-446E-9489-8674527B359D}" dt="2022-04-08T13:18:05.216" v="7" actId="1076"/>
          <ac:picMkLst>
            <pc:docMk/>
            <pc:sldMk cId="0" sldId="264"/>
            <ac:picMk id="2" creationId="{94C591D5-7E7C-3ED4-E1A0-9B0B187ABF5C}"/>
          </ac:picMkLst>
        </pc:picChg>
      </pc:sldChg>
      <pc:sldChg chg="addSp delSp modSp add replId">
        <pc:chgData name="Marly de Haard" userId="S::6003952@mborijnland.nl::b916eaaa-600e-45e1-8773-115ecabe59c1" providerId="AD" clId="Web-{50EED112-876B-446E-9489-8674527B359D}" dt="2022-04-08T13:21:23.159" v="20" actId="14100"/>
        <pc:sldMkLst>
          <pc:docMk/>
          <pc:sldMk cId="2466649866" sldId="275"/>
        </pc:sldMkLst>
        <pc:picChg chg="del">
          <ac:chgData name="Marly de Haard" userId="S::6003952@mborijnland.nl::b916eaaa-600e-45e1-8773-115ecabe59c1" providerId="AD" clId="Web-{50EED112-876B-446E-9489-8674527B359D}" dt="2022-04-08T13:18:21.029" v="9"/>
          <ac:picMkLst>
            <pc:docMk/>
            <pc:sldMk cId="2466649866" sldId="275"/>
            <ac:picMk id="2" creationId="{94C591D5-7E7C-3ED4-E1A0-9B0B187ABF5C}"/>
          </ac:picMkLst>
        </pc:picChg>
        <pc:picChg chg="add mod">
          <ac:chgData name="Marly de Haard" userId="S::6003952@mborijnland.nl::b916eaaa-600e-45e1-8773-115ecabe59c1" providerId="AD" clId="Web-{50EED112-876B-446E-9489-8674527B359D}" dt="2022-04-08T13:20:41.579" v="13" actId="1076"/>
          <ac:picMkLst>
            <pc:docMk/>
            <pc:sldMk cId="2466649866" sldId="275"/>
            <ac:picMk id="3" creationId="{3E77B267-ECEA-19A4-7F29-FD54FD1DE1E1}"/>
          </ac:picMkLst>
        </pc:picChg>
        <pc:picChg chg="add mod">
          <ac:chgData name="Marly de Haard" userId="S::6003952@mborijnland.nl::b916eaaa-600e-45e1-8773-115ecabe59c1" providerId="AD" clId="Web-{50EED112-876B-446E-9489-8674527B359D}" dt="2022-04-08T13:21:23.159" v="20" actId="14100"/>
          <ac:picMkLst>
            <pc:docMk/>
            <pc:sldMk cId="2466649866" sldId="275"/>
            <ac:picMk id="4" creationId="{86148469-A043-B178-52A3-99BCDDB45AA5}"/>
          </ac:picMkLst>
        </pc:picChg>
      </pc:sldChg>
      <pc:sldChg chg="addSp delSp modSp add replId">
        <pc:chgData name="Marly de Haard" userId="S::6003952@mborijnland.nl::b916eaaa-600e-45e1-8773-115ecabe59c1" providerId="AD" clId="Web-{50EED112-876B-446E-9489-8674527B359D}" dt="2022-04-08T13:23:14.083" v="41" actId="20577"/>
        <pc:sldMkLst>
          <pc:docMk/>
          <pc:sldMk cId="1463888544" sldId="276"/>
        </pc:sldMkLst>
        <pc:spChg chg="mod">
          <ac:chgData name="Marly de Haard" userId="S::6003952@mborijnland.nl::b916eaaa-600e-45e1-8773-115ecabe59c1" providerId="AD" clId="Web-{50EED112-876B-446E-9489-8674527B359D}" dt="2022-04-08T13:23:14.083" v="41" actId="20577"/>
          <ac:spMkLst>
            <pc:docMk/>
            <pc:sldMk cId="1463888544" sldId="276"/>
            <ac:spMk id="128" creationId="{00000000-0000-0000-0000-000000000000}"/>
          </ac:spMkLst>
        </pc:spChg>
        <pc:picChg chg="add mod">
          <ac:chgData name="Marly de Haard" userId="S::6003952@mborijnland.nl::b916eaaa-600e-45e1-8773-115ecabe59c1" providerId="AD" clId="Web-{50EED112-876B-446E-9489-8674527B359D}" dt="2022-04-08T13:22:55.833" v="37" actId="1076"/>
          <ac:picMkLst>
            <pc:docMk/>
            <pc:sldMk cId="1463888544" sldId="276"/>
            <ac:picMk id="2" creationId="{D871EEA0-15C5-4E32-CAEF-0D1CD251BBE6}"/>
          </ac:picMkLst>
        </pc:picChg>
        <pc:picChg chg="del">
          <ac:chgData name="Marly de Haard" userId="S::6003952@mborijnland.nl::b916eaaa-600e-45e1-8773-115ecabe59c1" providerId="AD" clId="Web-{50EED112-876B-446E-9489-8674527B359D}" dt="2022-04-08T13:22:11.300" v="22"/>
          <ac:picMkLst>
            <pc:docMk/>
            <pc:sldMk cId="1463888544" sldId="276"/>
            <ac:picMk id="3" creationId="{3E77B267-ECEA-19A4-7F29-FD54FD1DE1E1}"/>
          </ac:picMkLst>
        </pc:picChg>
        <pc:picChg chg="del">
          <ac:chgData name="Marly de Haard" userId="S::6003952@mborijnland.nl::b916eaaa-600e-45e1-8773-115ecabe59c1" providerId="AD" clId="Web-{50EED112-876B-446E-9489-8674527B359D}" dt="2022-04-08T13:22:12.066" v="23"/>
          <ac:picMkLst>
            <pc:docMk/>
            <pc:sldMk cId="1463888544" sldId="276"/>
            <ac:picMk id="4" creationId="{86148469-A043-B178-52A3-99BCDDB45AA5}"/>
          </ac:picMkLst>
        </pc:picChg>
        <pc:picChg chg="add mod">
          <ac:chgData name="Marly de Haard" userId="S::6003952@mborijnland.nl::b916eaaa-600e-45e1-8773-115ecabe59c1" providerId="AD" clId="Web-{50EED112-876B-446E-9489-8674527B359D}" dt="2022-04-08T13:22:59.270" v="38" actId="1076"/>
          <ac:picMkLst>
            <pc:docMk/>
            <pc:sldMk cId="1463888544" sldId="276"/>
            <ac:picMk id="5" creationId="{5AA3D59F-A02D-D453-6B56-A78E81512F04}"/>
          </ac:picMkLst>
        </pc:picChg>
      </pc:sldChg>
      <pc:sldChg chg="addSp delSp modSp add replId">
        <pc:chgData name="Marly de Haard" userId="S::6003952@mborijnland.nl::b916eaaa-600e-45e1-8773-115ecabe59c1" providerId="AD" clId="Web-{50EED112-876B-446E-9489-8674527B359D}" dt="2022-04-08T13:23:43.677" v="49" actId="1076"/>
        <pc:sldMkLst>
          <pc:docMk/>
          <pc:sldMk cId="3558075156" sldId="277"/>
        </pc:sldMkLst>
        <pc:picChg chg="del">
          <ac:chgData name="Marly de Haard" userId="S::6003952@mborijnland.nl::b916eaaa-600e-45e1-8773-115ecabe59c1" providerId="AD" clId="Web-{50EED112-876B-446E-9489-8674527B359D}" dt="2022-04-08T13:23:27.615" v="43"/>
          <ac:picMkLst>
            <pc:docMk/>
            <pc:sldMk cId="3558075156" sldId="277"/>
            <ac:picMk id="2" creationId="{D871EEA0-15C5-4E32-CAEF-0D1CD251BBE6}"/>
          </ac:picMkLst>
        </pc:picChg>
        <pc:picChg chg="add mod">
          <ac:chgData name="Marly de Haard" userId="S::6003952@mborijnland.nl::b916eaaa-600e-45e1-8773-115ecabe59c1" providerId="AD" clId="Web-{50EED112-876B-446E-9489-8674527B359D}" dt="2022-04-08T13:23:43.677" v="49" actId="1076"/>
          <ac:picMkLst>
            <pc:docMk/>
            <pc:sldMk cId="3558075156" sldId="277"/>
            <ac:picMk id="3" creationId="{41F5DCC2-9019-092C-9F4A-967EC14DD4C7}"/>
          </ac:picMkLst>
        </pc:picChg>
        <pc:picChg chg="del">
          <ac:chgData name="Marly de Haard" userId="S::6003952@mborijnland.nl::b916eaaa-600e-45e1-8773-115ecabe59c1" providerId="AD" clId="Web-{50EED112-876B-446E-9489-8674527B359D}" dt="2022-04-08T13:23:28.443" v="44"/>
          <ac:picMkLst>
            <pc:docMk/>
            <pc:sldMk cId="3558075156" sldId="277"/>
            <ac:picMk id="5" creationId="{5AA3D59F-A02D-D453-6B56-A78E81512F04}"/>
          </ac:picMkLst>
        </pc:picChg>
      </pc:sldChg>
    </pc:docChg>
  </pc:docChgLst>
  <pc:docChgLst>
    <pc:chgData name="Giorgio Basile" userId="S::10787116_cityplym.ac.uk#ext#@mborijnland.onmicrosoft.com::ccb12d77-d47e-4754-930c-aadf95744cdb" providerId="AD" clId="Web-{F2CD35B2-02C6-4EE9-B01A-2EB941DC260B}"/>
    <pc:docChg chg="modSld">
      <pc:chgData name="Giorgio Basile" userId="S::10787116_cityplym.ac.uk#ext#@mborijnland.onmicrosoft.com::ccb12d77-d47e-4754-930c-aadf95744cdb" providerId="AD" clId="Web-{F2CD35B2-02C6-4EE9-B01A-2EB941DC260B}" dt="2022-04-08T13:25:58.089" v="14" actId="20577"/>
      <pc:docMkLst>
        <pc:docMk/>
      </pc:docMkLst>
      <pc:sldChg chg="modSp">
        <pc:chgData name="Giorgio Basile" userId="S::10787116_cityplym.ac.uk#ext#@mborijnland.onmicrosoft.com::ccb12d77-d47e-4754-930c-aadf95744cdb" providerId="AD" clId="Web-{F2CD35B2-02C6-4EE9-B01A-2EB941DC260B}" dt="2022-04-08T13:25:58.089" v="14" actId="20577"/>
        <pc:sldMkLst>
          <pc:docMk/>
          <pc:sldMk cId="0" sldId="257"/>
        </pc:sldMkLst>
        <pc:spChg chg="mod">
          <ac:chgData name="Giorgio Basile" userId="S::10787116_cityplym.ac.uk#ext#@mborijnland.onmicrosoft.com::ccb12d77-d47e-4754-930c-aadf95744cdb" providerId="AD" clId="Web-{F2CD35B2-02C6-4EE9-B01A-2EB941DC260B}" dt="2022-04-08T13:25:58.089" v="14" actId="20577"/>
          <ac:spMkLst>
            <pc:docMk/>
            <pc:sldMk cId="0" sldId="257"/>
            <ac:spMk id="66" creationId="{00000000-0000-0000-0000-000000000000}"/>
          </ac:spMkLst>
        </pc:spChg>
      </pc:sldChg>
      <pc:sldChg chg="modSp">
        <pc:chgData name="Giorgio Basile" userId="S::10787116_cityplym.ac.uk#ext#@mborijnland.onmicrosoft.com::ccb12d77-d47e-4754-930c-aadf95744cdb" providerId="AD" clId="Web-{F2CD35B2-02C6-4EE9-B01A-2EB941DC260B}" dt="2022-04-08T13:24:19.602" v="1" actId="1076"/>
        <pc:sldMkLst>
          <pc:docMk/>
          <pc:sldMk cId="2466649866" sldId="275"/>
        </pc:sldMkLst>
        <pc:picChg chg="mod">
          <ac:chgData name="Giorgio Basile" userId="S::10787116_cityplym.ac.uk#ext#@mborijnland.onmicrosoft.com::ccb12d77-d47e-4754-930c-aadf95744cdb" providerId="AD" clId="Web-{F2CD35B2-02C6-4EE9-B01A-2EB941DC260B}" dt="2022-04-08T13:24:14.930" v="0" actId="1076"/>
          <ac:picMkLst>
            <pc:docMk/>
            <pc:sldMk cId="2466649866" sldId="275"/>
            <ac:picMk id="3" creationId="{3E77B267-ECEA-19A4-7F29-FD54FD1DE1E1}"/>
          </ac:picMkLst>
        </pc:picChg>
        <pc:picChg chg="mod">
          <ac:chgData name="Giorgio Basile" userId="S::10787116_cityplym.ac.uk#ext#@mborijnland.onmicrosoft.com::ccb12d77-d47e-4754-930c-aadf95744cdb" providerId="AD" clId="Web-{F2CD35B2-02C6-4EE9-B01A-2EB941DC260B}" dt="2022-04-08T13:24:19.602" v="1" actId="1076"/>
          <ac:picMkLst>
            <pc:docMk/>
            <pc:sldMk cId="2466649866" sldId="275"/>
            <ac:picMk id="4" creationId="{86148469-A043-B178-52A3-99BCDDB45AA5}"/>
          </ac:picMkLst>
        </pc:picChg>
      </pc:sldChg>
    </pc:docChg>
  </pc:docChgLst>
  <pc:docChgLst>
    <pc:chgData name="Max Beck" userId="S::6003004@mborijnland.nl::33b5b86c-902c-43fc-8760-a418d79c65c5" providerId="AD" clId="Web-{C7F29B9C-234E-4C3C-A082-28DBF99EB758}"/>
    <pc:docChg chg="sldOrd">
      <pc:chgData name="Max Beck" userId="S::6003004@mborijnland.nl::33b5b86c-902c-43fc-8760-a418d79c65c5" providerId="AD" clId="Web-{C7F29B9C-234E-4C3C-A082-28DBF99EB758}" dt="2022-04-08T12:41:49.982" v="4"/>
      <pc:docMkLst>
        <pc:docMk/>
      </pc:docMkLst>
      <pc:sldChg chg="ord">
        <pc:chgData name="Max Beck" userId="S::6003004@mborijnland.nl::33b5b86c-902c-43fc-8760-a418d79c65c5" providerId="AD" clId="Web-{C7F29B9C-234E-4C3C-A082-28DBF99EB758}" dt="2022-04-08T12:37:11.742" v="1"/>
        <pc:sldMkLst>
          <pc:docMk/>
          <pc:sldMk cId="0" sldId="259"/>
        </pc:sldMkLst>
      </pc:sldChg>
      <pc:sldChg chg="ord">
        <pc:chgData name="Max Beck" userId="S::6003004@mborijnland.nl::33b5b86c-902c-43fc-8760-a418d79c65c5" providerId="AD" clId="Web-{C7F29B9C-234E-4C3C-A082-28DBF99EB758}" dt="2022-04-08T12:41:49.982" v="4"/>
        <pc:sldMkLst>
          <pc:docMk/>
          <pc:sldMk cId="0" sldId="272"/>
        </pc:sldMkLst>
      </pc:sldChg>
      <pc:sldChg chg="ord">
        <pc:chgData name="Max Beck" userId="S::6003004@mborijnland.nl::33b5b86c-902c-43fc-8760-a418d79c65c5" providerId="AD" clId="Web-{C7F29B9C-234E-4C3C-A082-28DBF99EB758}" dt="2022-04-08T12:41:41.997" v="3"/>
        <pc:sldMkLst>
          <pc:docMk/>
          <pc:sldMk cId="0" sldId="273"/>
        </pc:sldMkLst>
      </pc:sldChg>
    </pc:docChg>
  </pc:docChgLst>
  <pc:docChgLst>
    <pc:chgData name="Mick Labree" userId="S::6007221@mborijnland.nl::1ca73772-2c1f-42ff-8c78-7640cab41e10" providerId="AD" clId="Web-{E2BB9F8A-6A37-479C-B880-92A8B11552F5}"/>
    <pc:docChg chg="modSld">
      <pc:chgData name="Mick Labree" userId="S::6007221@mborijnland.nl::1ca73772-2c1f-42ff-8c78-7640cab41e10" providerId="AD" clId="Web-{E2BB9F8A-6A37-479C-B880-92A8B11552F5}" dt="2022-04-08T12:26:22.503" v="6" actId="1076"/>
      <pc:docMkLst>
        <pc:docMk/>
      </pc:docMkLst>
      <pc:sldChg chg="addSp modSp">
        <pc:chgData name="Mick Labree" userId="S::6007221@mborijnland.nl::1ca73772-2c1f-42ff-8c78-7640cab41e10" providerId="AD" clId="Web-{E2BB9F8A-6A37-479C-B880-92A8B11552F5}" dt="2022-04-08T12:26:22.503" v="6" actId="1076"/>
        <pc:sldMkLst>
          <pc:docMk/>
          <pc:sldMk cId="0" sldId="261"/>
        </pc:sldMkLst>
        <pc:picChg chg="add mod">
          <ac:chgData name="Mick Labree" userId="S::6007221@mborijnland.nl::1ca73772-2c1f-42ff-8c78-7640cab41e10" providerId="AD" clId="Web-{E2BB9F8A-6A37-479C-B880-92A8B11552F5}" dt="2022-04-08T12:26:22.503" v="6" actId="1076"/>
          <ac:picMkLst>
            <pc:docMk/>
            <pc:sldMk cId="0" sldId="261"/>
            <ac:picMk id="2" creationId="{2C96CE89-4D08-5D3F-2CAC-D57839EBA1CE}"/>
          </ac:picMkLst>
        </pc:picChg>
        <pc:picChg chg="mod">
          <ac:chgData name="Mick Labree" userId="S::6007221@mborijnland.nl::1ca73772-2c1f-42ff-8c78-7640cab41e10" providerId="AD" clId="Web-{E2BB9F8A-6A37-479C-B880-92A8B11552F5}" dt="2022-04-08T12:26:18.018" v="4" actId="1076"/>
          <ac:picMkLst>
            <pc:docMk/>
            <pc:sldMk cId="0" sldId="261"/>
            <ac:picMk id="106" creationId="{00000000-0000-0000-0000-000000000000}"/>
          </ac:picMkLst>
        </pc:picChg>
      </pc:sldChg>
    </pc:docChg>
  </pc:docChgLst>
  <pc:docChgLst>
    <pc:chgData name="Giorgio Basile" userId="S::10787116_cityplym.ac.uk#ext#@mborijnland.onmicrosoft.com::ccb12d77-d47e-4754-930c-aadf95744cdb" providerId="AD" clId="Web-{7970E678-24C1-41A6-9B55-57A092FBEB4A}"/>
    <pc:docChg chg="modSld">
      <pc:chgData name="Giorgio Basile" userId="S::10787116_cityplym.ac.uk#ext#@mborijnland.onmicrosoft.com::ccb12d77-d47e-4754-930c-aadf95744cdb" providerId="AD" clId="Web-{7970E678-24C1-41A6-9B55-57A092FBEB4A}" dt="2022-04-08T13:04:46.531" v="28" actId="20577"/>
      <pc:docMkLst>
        <pc:docMk/>
      </pc:docMkLst>
      <pc:sldChg chg="modSp">
        <pc:chgData name="Giorgio Basile" userId="S::10787116_cityplym.ac.uk#ext#@mborijnland.onmicrosoft.com::ccb12d77-d47e-4754-930c-aadf95744cdb" providerId="AD" clId="Web-{7970E678-24C1-41A6-9B55-57A092FBEB4A}" dt="2022-04-08T13:04:46.531" v="28" actId="20577"/>
        <pc:sldMkLst>
          <pc:docMk/>
          <pc:sldMk cId="0" sldId="272"/>
        </pc:sldMkLst>
        <pc:spChg chg="mod">
          <ac:chgData name="Giorgio Basile" userId="S::10787116_cityplym.ac.uk#ext#@mborijnland.onmicrosoft.com::ccb12d77-d47e-4754-930c-aadf95744cdb" providerId="AD" clId="Web-{7970E678-24C1-41A6-9B55-57A092FBEB4A}" dt="2022-04-08T13:04:46.531" v="28" actId="20577"/>
          <ac:spMkLst>
            <pc:docMk/>
            <pc:sldMk cId="0" sldId="272"/>
            <ac:spMk id="211" creationId="{00000000-0000-0000-0000-000000000000}"/>
          </ac:spMkLst>
        </pc:spChg>
      </pc:sldChg>
      <pc:sldChg chg="modSp">
        <pc:chgData name="Giorgio Basile" userId="S::10787116_cityplym.ac.uk#ext#@mborijnland.onmicrosoft.com::ccb12d77-d47e-4754-930c-aadf95744cdb" providerId="AD" clId="Web-{7970E678-24C1-41A6-9B55-57A092FBEB4A}" dt="2022-04-08T12:47:24.261" v="6" actId="20577"/>
        <pc:sldMkLst>
          <pc:docMk/>
          <pc:sldMk cId="0" sldId="273"/>
        </pc:sldMkLst>
        <pc:spChg chg="mod">
          <ac:chgData name="Giorgio Basile" userId="S::10787116_cityplym.ac.uk#ext#@mborijnland.onmicrosoft.com::ccb12d77-d47e-4754-930c-aadf95744cdb" providerId="AD" clId="Web-{7970E678-24C1-41A6-9B55-57A092FBEB4A}" dt="2022-04-08T12:47:24.261" v="6" actId="20577"/>
          <ac:spMkLst>
            <pc:docMk/>
            <pc:sldMk cId="0" sldId="273"/>
            <ac:spMk id="219" creationId="{00000000-0000-0000-0000-000000000000}"/>
          </ac:spMkLst>
        </pc:spChg>
      </pc:sldChg>
    </pc:docChg>
  </pc:docChgLst>
  <pc:docChgLst>
    <pc:chgData name="Giorgio Basile" userId="S::10787116_cityplym.ac.uk#ext#@mborijnland.onmicrosoft.com::ccb12d77-d47e-4754-930c-aadf95744cdb" providerId="AD" clId="Web-{237E85C6-0BE4-4A13-9B92-2021EB84DBB0}"/>
    <pc:docChg chg="addSld delSld modSld">
      <pc:chgData name="Giorgio Basile" userId="S::10787116_cityplym.ac.uk#ext#@mborijnland.onmicrosoft.com::ccb12d77-d47e-4754-930c-aadf95744cdb" providerId="AD" clId="Web-{237E85C6-0BE4-4A13-9B92-2021EB84DBB0}" dt="2022-04-08T11:37:33.974" v="4"/>
      <pc:docMkLst>
        <pc:docMk/>
      </pc:docMkLst>
      <pc:sldChg chg="modSp">
        <pc:chgData name="Giorgio Basile" userId="S::10787116_cityplym.ac.uk#ext#@mborijnland.onmicrosoft.com::ccb12d77-d47e-4754-930c-aadf95744cdb" providerId="AD" clId="Web-{237E85C6-0BE4-4A13-9B92-2021EB84DBB0}" dt="2022-04-08T11:32:55.451" v="0" actId="20577"/>
        <pc:sldMkLst>
          <pc:docMk/>
          <pc:sldMk cId="0" sldId="257"/>
        </pc:sldMkLst>
        <pc:spChg chg="mod">
          <ac:chgData name="Giorgio Basile" userId="S::10787116_cityplym.ac.uk#ext#@mborijnland.onmicrosoft.com::ccb12d77-d47e-4754-930c-aadf95744cdb" providerId="AD" clId="Web-{237E85C6-0BE4-4A13-9B92-2021EB84DBB0}" dt="2022-04-08T11:32:55.451" v="0" actId="20577"/>
          <ac:spMkLst>
            <pc:docMk/>
            <pc:sldMk cId="0" sldId="257"/>
            <ac:spMk id="66" creationId="{00000000-0000-0000-0000-000000000000}"/>
          </ac:spMkLst>
        </pc:spChg>
      </pc:sldChg>
      <pc:sldChg chg="modSp">
        <pc:chgData name="Giorgio Basile" userId="S::10787116_cityplym.ac.uk#ext#@mborijnland.onmicrosoft.com::ccb12d77-d47e-4754-930c-aadf95744cdb" providerId="AD" clId="Web-{237E85C6-0BE4-4A13-9B92-2021EB84DBB0}" dt="2022-04-08T11:33:03.686" v="2" actId="20577"/>
        <pc:sldMkLst>
          <pc:docMk/>
          <pc:sldMk cId="0" sldId="258"/>
        </pc:sldMkLst>
        <pc:spChg chg="mod">
          <ac:chgData name="Giorgio Basile" userId="S::10787116_cityplym.ac.uk#ext#@mborijnland.onmicrosoft.com::ccb12d77-d47e-4754-930c-aadf95744cdb" providerId="AD" clId="Web-{237E85C6-0BE4-4A13-9B92-2021EB84DBB0}" dt="2022-04-08T11:33:03.686" v="2" actId="20577"/>
          <ac:spMkLst>
            <pc:docMk/>
            <pc:sldMk cId="0" sldId="258"/>
            <ac:spMk id="75" creationId="{00000000-0000-0000-0000-000000000000}"/>
          </ac:spMkLst>
        </pc:spChg>
      </pc:sldChg>
      <pc:sldChg chg="new del">
        <pc:chgData name="Giorgio Basile" userId="S::10787116_cityplym.ac.uk#ext#@mborijnland.onmicrosoft.com::ccb12d77-d47e-4754-930c-aadf95744cdb" providerId="AD" clId="Web-{237E85C6-0BE4-4A13-9B92-2021EB84DBB0}" dt="2022-04-08T11:37:33.974" v="4"/>
        <pc:sldMkLst>
          <pc:docMk/>
          <pc:sldMk cId="3208663173"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20d957da3f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20d957da3f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20d957da3f_0_6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20d957da3f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212f2691d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1212f2691d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23a4b1f5bb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23a4b1f5bb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23a4b1f5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23a4b1f5b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23a4b1f5b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23a4b1f5b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20d957da3f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120d957da3f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23a4b1f5bb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23a4b1f5b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23a4b1f5bb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23a4b1f5b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8536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23a4b1f5bb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23a4b1f5b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2280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23a4b1f5bb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23a4b1f5b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2289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23a4b1f5b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123a4b1f5b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23a4b1f5bb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123a4b1f5bb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23a4b1f5bb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23a4b1f5bb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23a4b1f5bb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123a4b1f5bb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23a4b1f5bb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23a4b1f5bb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20d957da3f_0_7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20d957da3f_0_7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23a4b1f5bb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123a4b1f5bb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20d957da3f_0_7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20d957da3f_0_7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123a4b1f5bb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123a4b1f5bb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120d957da3f_0_7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120d957da3f_0_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endParaRPr/>
          </a:p>
        </p:txBody>
      </p:sp>
      <p:sp>
        <p:nvSpPr>
          <p:cNvPr id="12" name="Google Shape;12;p2"/>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Clr>
                <a:schemeClr val="accent1"/>
              </a:buClr>
              <a:buSzPts val="2100"/>
              <a:buNone/>
              <a:defRPr sz="2100" b="1">
                <a:solidFill>
                  <a:schemeClr val="accent1"/>
                </a:solidFill>
              </a:defRPr>
            </a:lvl1pPr>
            <a:lvl2pPr lvl="1" algn="ctr">
              <a:lnSpc>
                <a:spcPct val="100000"/>
              </a:lnSpc>
              <a:spcBef>
                <a:spcPts val="0"/>
              </a:spcBef>
              <a:spcAft>
                <a:spcPts val="0"/>
              </a:spcAft>
              <a:buClr>
                <a:schemeClr val="accent1"/>
              </a:buClr>
              <a:buSzPts val="2100"/>
              <a:buNone/>
              <a:defRPr sz="2100" b="1">
                <a:solidFill>
                  <a:schemeClr val="accent1"/>
                </a:solidFill>
              </a:defRPr>
            </a:lvl2pPr>
            <a:lvl3pPr lvl="2" algn="ctr">
              <a:lnSpc>
                <a:spcPct val="100000"/>
              </a:lnSpc>
              <a:spcBef>
                <a:spcPts val="0"/>
              </a:spcBef>
              <a:spcAft>
                <a:spcPts val="0"/>
              </a:spcAft>
              <a:buClr>
                <a:schemeClr val="accent1"/>
              </a:buClr>
              <a:buSzPts val="2100"/>
              <a:buNone/>
              <a:defRPr sz="2100" b="1">
                <a:solidFill>
                  <a:schemeClr val="accent1"/>
                </a:solidFill>
              </a:defRPr>
            </a:lvl3pPr>
            <a:lvl4pPr lvl="3" algn="ctr">
              <a:lnSpc>
                <a:spcPct val="100000"/>
              </a:lnSpc>
              <a:spcBef>
                <a:spcPts val="0"/>
              </a:spcBef>
              <a:spcAft>
                <a:spcPts val="0"/>
              </a:spcAft>
              <a:buClr>
                <a:schemeClr val="accent1"/>
              </a:buClr>
              <a:buSzPts val="2100"/>
              <a:buNone/>
              <a:defRPr sz="2100" b="1">
                <a:solidFill>
                  <a:schemeClr val="accent1"/>
                </a:solidFill>
              </a:defRPr>
            </a:lvl4pPr>
            <a:lvl5pPr lvl="4" algn="ctr">
              <a:lnSpc>
                <a:spcPct val="100000"/>
              </a:lnSpc>
              <a:spcBef>
                <a:spcPts val="0"/>
              </a:spcBef>
              <a:spcAft>
                <a:spcPts val="0"/>
              </a:spcAft>
              <a:buClr>
                <a:schemeClr val="accent1"/>
              </a:buClr>
              <a:buSzPts val="2100"/>
              <a:buNone/>
              <a:defRPr sz="2100" b="1">
                <a:solidFill>
                  <a:schemeClr val="accent1"/>
                </a:solidFill>
              </a:defRPr>
            </a:lvl5pPr>
            <a:lvl6pPr lvl="5" algn="ctr">
              <a:lnSpc>
                <a:spcPct val="100000"/>
              </a:lnSpc>
              <a:spcBef>
                <a:spcPts val="0"/>
              </a:spcBef>
              <a:spcAft>
                <a:spcPts val="0"/>
              </a:spcAft>
              <a:buClr>
                <a:schemeClr val="accent1"/>
              </a:buClr>
              <a:buSzPts val="2100"/>
              <a:buNone/>
              <a:defRPr sz="2100" b="1">
                <a:solidFill>
                  <a:schemeClr val="accent1"/>
                </a:solidFill>
              </a:defRPr>
            </a:lvl6pPr>
            <a:lvl7pPr lvl="6" algn="ctr">
              <a:lnSpc>
                <a:spcPct val="100000"/>
              </a:lnSpc>
              <a:spcBef>
                <a:spcPts val="0"/>
              </a:spcBef>
              <a:spcAft>
                <a:spcPts val="0"/>
              </a:spcAft>
              <a:buClr>
                <a:schemeClr val="accent1"/>
              </a:buClr>
              <a:buSzPts val="2100"/>
              <a:buNone/>
              <a:defRPr sz="2100" b="1">
                <a:solidFill>
                  <a:schemeClr val="accent1"/>
                </a:solidFill>
              </a:defRPr>
            </a:lvl7pPr>
            <a:lvl8pPr lvl="7" algn="ctr">
              <a:lnSpc>
                <a:spcPct val="100000"/>
              </a:lnSpc>
              <a:spcBef>
                <a:spcPts val="0"/>
              </a:spcBef>
              <a:spcAft>
                <a:spcPts val="0"/>
              </a:spcAft>
              <a:buClr>
                <a:schemeClr val="accent1"/>
              </a:buClr>
              <a:buSzPts val="2100"/>
              <a:buNone/>
              <a:defRPr sz="2100" b="1">
                <a:solidFill>
                  <a:schemeClr val="accent1"/>
                </a:solidFill>
              </a:defRPr>
            </a:lvl8pPr>
            <a:lvl9pPr lvl="8" algn="ctr">
              <a:lnSpc>
                <a:spcPct val="100000"/>
              </a:lnSpc>
              <a:spcBef>
                <a:spcPts val="0"/>
              </a:spcBef>
              <a:spcAft>
                <a:spcPts val="0"/>
              </a:spcAft>
              <a:buClr>
                <a:schemeClr val="accent1"/>
              </a:buClr>
              <a:buSzPts val="2100"/>
              <a:buNone/>
              <a:defRPr sz="2100" b="1">
                <a:solidFill>
                  <a:schemeClr val="accen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802750" y="802500"/>
            <a:ext cx="3538500" cy="3538500"/>
          </a:xfrm>
          <a:prstGeom prst="rect">
            <a:avLst/>
          </a:prstGeom>
          <a:solidFill>
            <a:srgbClr val="FFFFFF"/>
          </a:solidFill>
        </p:spPr>
        <p:txBody>
          <a:bodyPr spcFirstLastPara="1" wrap="square" lIns="91425" tIns="91425" rIns="91425" bIns="91425"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5"/>
          <p:cNvSpPr txBox="1">
            <a:spLocks noGrp="1"/>
          </p:cNvSpPr>
          <p:nvPr>
            <p:ph type="body" idx="1"/>
          </p:nvPr>
        </p:nvSpPr>
        <p:spPr>
          <a:xfrm>
            <a:off x="3117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04800" y="309350"/>
            <a:ext cx="8537700" cy="7482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28575"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40" name="Google Shape;40;p9"/>
          <p:cNvSpPr txBox="1">
            <a:spLocks noGrp="1"/>
          </p:cNvSpPr>
          <p:nvPr>
            <p:ph type="subTitle" idx="1"/>
          </p:nvPr>
        </p:nvSpPr>
        <p:spPr>
          <a:xfrm>
            <a:off x="265500" y="2845223"/>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accent1"/>
              </a:buClr>
              <a:buSzPts val="1800"/>
              <a:buChar char="●"/>
              <a:defRPr>
                <a:solidFill>
                  <a:schemeClr val="accent1"/>
                </a:solidFill>
                <a:highlight>
                  <a:schemeClr val="lt1"/>
                </a:highlight>
              </a:defRPr>
            </a:lvl1pPr>
            <a:lvl2pPr marL="914400" lvl="1" indent="-317500">
              <a:spcBef>
                <a:spcPts val="0"/>
              </a:spcBef>
              <a:spcAft>
                <a:spcPts val="0"/>
              </a:spcAft>
              <a:buClr>
                <a:schemeClr val="accent1"/>
              </a:buClr>
              <a:buSzPts val="1400"/>
              <a:buChar char="○"/>
              <a:defRPr>
                <a:solidFill>
                  <a:schemeClr val="accent1"/>
                </a:solidFill>
                <a:highlight>
                  <a:schemeClr val="lt1"/>
                </a:highlight>
              </a:defRPr>
            </a:lvl2pPr>
            <a:lvl3pPr marL="1371600" lvl="2" indent="-317500">
              <a:spcBef>
                <a:spcPts val="0"/>
              </a:spcBef>
              <a:spcAft>
                <a:spcPts val="0"/>
              </a:spcAft>
              <a:buClr>
                <a:schemeClr val="accent1"/>
              </a:buClr>
              <a:buSzPts val="1400"/>
              <a:buChar char="■"/>
              <a:defRPr>
                <a:solidFill>
                  <a:schemeClr val="accent1"/>
                </a:solidFill>
                <a:highlight>
                  <a:schemeClr val="lt1"/>
                </a:highlight>
              </a:defRPr>
            </a:lvl3pPr>
            <a:lvl4pPr marL="1828800" lvl="3" indent="-317500">
              <a:spcBef>
                <a:spcPts val="0"/>
              </a:spcBef>
              <a:spcAft>
                <a:spcPts val="0"/>
              </a:spcAft>
              <a:buClr>
                <a:schemeClr val="accent1"/>
              </a:buClr>
              <a:buSzPts val="1400"/>
              <a:buChar char="●"/>
              <a:defRPr>
                <a:solidFill>
                  <a:schemeClr val="accent1"/>
                </a:solidFill>
                <a:highlight>
                  <a:schemeClr val="lt1"/>
                </a:highlight>
              </a:defRPr>
            </a:lvl4pPr>
            <a:lvl5pPr marL="2286000" lvl="4" indent="-317500">
              <a:spcBef>
                <a:spcPts val="0"/>
              </a:spcBef>
              <a:spcAft>
                <a:spcPts val="0"/>
              </a:spcAft>
              <a:buClr>
                <a:schemeClr val="accent1"/>
              </a:buClr>
              <a:buSzPts val="1400"/>
              <a:buChar char="○"/>
              <a:defRPr>
                <a:solidFill>
                  <a:schemeClr val="accent1"/>
                </a:solidFill>
                <a:highlight>
                  <a:schemeClr val="lt1"/>
                </a:highlight>
              </a:defRPr>
            </a:lvl5pPr>
            <a:lvl6pPr marL="2743200" lvl="5" indent="-317500">
              <a:spcBef>
                <a:spcPts val="0"/>
              </a:spcBef>
              <a:spcAft>
                <a:spcPts val="0"/>
              </a:spcAft>
              <a:buClr>
                <a:schemeClr val="accent1"/>
              </a:buClr>
              <a:buSzPts val="1400"/>
              <a:buChar char="■"/>
              <a:defRPr>
                <a:solidFill>
                  <a:schemeClr val="accent1"/>
                </a:solidFill>
                <a:highlight>
                  <a:schemeClr val="lt1"/>
                </a:highlight>
              </a:defRPr>
            </a:lvl6pPr>
            <a:lvl7pPr marL="3200400" lvl="6" indent="-317500">
              <a:spcBef>
                <a:spcPts val="0"/>
              </a:spcBef>
              <a:spcAft>
                <a:spcPts val="0"/>
              </a:spcAft>
              <a:buClr>
                <a:schemeClr val="accent1"/>
              </a:buClr>
              <a:buSzPts val="1400"/>
              <a:buChar char="●"/>
              <a:defRPr>
                <a:solidFill>
                  <a:schemeClr val="accent1"/>
                </a:solidFill>
                <a:highlight>
                  <a:schemeClr val="lt1"/>
                </a:highlight>
              </a:defRPr>
            </a:lvl7pPr>
            <a:lvl8pPr marL="3657600" lvl="7" indent="-317500">
              <a:spcBef>
                <a:spcPts val="0"/>
              </a:spcBef>
              <a:spcAft>
                <a:spcPts val="0"/>
              </a:spcAft>
              <a:buClr>
                <a:schemeClr val="accent1"/>
              </a:buClr>
              <a:buSzPts val="1400"/>
              <a:buChar char="○"/>
              <a:defRPr>
                <a:solidFill>
                  <a:schemeClr val="accent1"/>
                </a:solidFill>
                <a:highlight>
                  <a:schemeClr val="lt1"/>
                </a:highlight>
              </a:defRPr>
            </a:lvl8pPr>
            <a:lvl9pPr marL="4114800" lvl="8" indent="-317500">
              <a:spcBef>
                <a:spcPts val="0"/>
              </a:spcBef>
              <a:spcAft>
                <a:spcPts val="0"/>
              </a:spcAft>
              <a:buClr>
                <a:schemeClr val="accent1"/>
              </a:buClr>
              <a:buSzPts val="1400"/>
              <a:buChar char="■"/>
              <a:defRPr>
                <a:solidFill>
                  <a:schemeClr val="accent1"/>
                </a:solidFill>
                <a:highlight>
                  <a:schemeClr val="lt1"/>
                </a:highlight>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accent1"/>
              </a:buClr>
              <a:buSzPts val="2400"/>
              <a:buFont typeface="Amatic SC"/>
              <a:buNone/>
              <a:defRPr sz="2400" b="1">
                <a:solidFill>
                  <a:schemeClr val="accent1"/>
                </a:solidFill>
                <a:latin typeface="Amatic SC"/>
                <a:ea typeface="Amatic SC"/>
                <a:cs typeface="Amatic SC"/>
                <a:sym typeface="Amatic SC"/>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240275"/>
            <a:ext cx="8520600" cy="19818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a:spLocks noGrp="1"/>
          </p:cNvSpPr>
          <p:nvPr>
            <p:ph type="body" idx="1"/>
          </p:nvPr>
        </p:nvSpPr>
        <p:spPr>
          <a:xfrm>
            <a:off x="311700" y="33046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accent1"/>
              </a:buClr>
              <a:buSzPts val="1800"/>
              <a:buChar char="●"/>
              <a:defRPr>
                <a:solidFill>
                  <a:schemeClr val="accent1"/>
                </a:solidFill>
                <a:highlight>
                  <a:schemeClr val="dk1"/>
                </a:highlight>
              </a:defRPr>
            </a:lvl1pPr>
            <a:lvl2pPr marL="914400" lvl="1" indent="-317500" algn="ctr">
              <a:spcBef>
                <a:spcPts val="0"/>
              </a:spcBef>
              <a:spcAft>
                <a:spcPts val="0"/>
              </a:spcAft>
              <a:buClr>
                <a:schemeClr val="accent1"/>
              </a:buClr>
              <a:buSzPts val="1400"/>
              <a:buChar char="○"/>
              <a:defRPr>
                <a:solidFill>
                  <a:schemeClr val="accent1"/>
                </a:solidFill>
                <a:highlight>
                  <a:schemeClr val="dk1"/>
                </a:highlight>
              </a:defRPr>
            </a:lvl2pPr>
            <a:lvl3pPr marL="1371600" lvl="2" indent="-317500" algn="ctr">
              <a:spcBef>
                <a:spcPts val="0"/>
              </a:spcBef>
              <a:spcAft>
                <a:spcPts val="0"/>
              </a:spcAft>
              <a:buClr>
                <a:schemeClr val="accent1"/>
              </a:buClr>
              <a:buSzPts val="1400"/>
              <a:buChar char="■"/>
              <a:defRPr>
                <a:solidFill>
                  <a:schemeClr val="accent1"/>
                </a:solidFill>
                <a:highlight>
                  <a:schemeClr val="dk1"/>
                </a:highlight>
              </a:defRPr>
            </a:lvl3pPr>
            <a:lvl4pPr marL="1828800" lvl="3" indent="-317500" algn="ctr">
              <a:spcBef>
                <a:spcPts val="0"/>
              </a:spcBef>
              <a:spcAft>
                <a:spcPts val="0"/>
              </a:spcAft>
              <a:buClr>
                <a:schemeClr val="accent1"/>
              </a:buClr>
              <a:buSzPts val="1400"/>
              <a:buChar char="●"/>
              <a:defRPr>
                <a:solidFill>
                  <a:schemeClr val="accent1"/>
                </a:solidFill>
                <a:highlight>
                  <a:schemeClr val="dk1"/>
                </a:highlight>
              </a:defRPr>
            </a:lvl4pPr>
            <a:lvl5pPr marL="2286000" lvl="4" indent="-317500" algn="ctr">
              <a:spcBef>
                <a:spcPts val="0"/>
              </a:spcBef>
              <a:spcAft>
                <a:spcPts val="0"/>
              </a:spcAft>
              <a:buClr>
                <a:schemeClr val="accent1"/>
              </a:buClr>
              <a:buSzPts val="1400"/>
              <a:buChar char="○"/>
              <a:defRPr>
                <a:solidFill>
                  <a:schemeClr val="accent1"/>
                </a:solidFill>
                <a:highlight>
                  <a:schemeClr val="dk1"/>
                </a:highlight>
              </a:defRPr>
            </a:lvl5pPr>
            <a:lvl6pPr marL="2743200" lvl="5" indent="-317500" algn="ctr">
              <a:spcBef>
                <a:spcPts val="0"/>
              </a:spcBef>
              <a:spcAft>
                <a:spcPts val="0"/>
              </a:spcAft>
              <a:buClr>
                <a:schemeClr val="accent1"/>
              </a:buClr>
              <a:buSzPts val="1400"/>
              <a:buChar char="■"/>
              <a:defRPr>
                <a:solidFill>
                  <a:schemeClr val="accent1"/>
                </a:solidFill>
                <a:highlight>
                  <a:schemeClr val="dk1"/>
                </a:highlight>
              </a:defRPr>
            </a:lvl6pPr>
            <a:lvl7pPr marL="3200400" lvl="6" indent="-317500" algn="ctr">
              <a:spcBef>
                <a:spcPts val="0"/>
              </a:spcBef>
              <a:spcAft>
                <a:spcPts val="0"/>
              </a:spcAft>
              <a:buClr>
                <a:schemeClr val="accent1"/>
              </a:buClr>
              <a:buSzPts val="1400"/>
              <a:buChar char="●"/>
              <a:defRPr>
                <a:solidFill>
                  <a:schemeClr val="accent1"/>
                </a:solidFill>
                <a:highlight>
                  <a:schemeClr val="dk1"/>
                </a:highlight>
              </a:defRPr>
            </a:lvl7pPr>
            <a:lvl8pPr marL="3657600" lvl="7" indent="-317500" algn="ctr">
              <a:spcBef>
                <a:spcPts val="0"/>
              </a:spcBef>
              <a:spcAft>
                <a:spcPts val="0"/>
              </a:spcAft>
              <a:buClr>
                <a:schemeClr val="accent1"/>
              </a:buClr>
              <a:buSzPts val="1400"/>
              <a:buChar char="○"/>
              <a:defRPr>
                <a:solidFill>
                  <a:schemeClr val="accent1"/>
                </a:solidFill>
                <a:highlight>
                  <a:schemeClr val="dk1"/>
                </a:highlight>
              </a:defRPr>
            </a:lvl8pPr>
            <a:lvl9pPr marL="4114800" lvl="8" indent="-317500" algn="ctr">
              <a:spcBef>
                <a:spcPts val="0"/>
              </a:spcBef>
              <a:spcAft>
                <a:spcPts val="0"/>
              </a:spcAft>
              <a:buClr>
                <a:schemeClr val="accent1"/>
              </a:buClr>
              <a:buSzPts val="1400"/>
              <a:buChar char="■"/>
              <a:defRPr>
                <a:solidFill>
                  <a:schemeClr val="accent1"/>
                </a:solidFill>
                <a:highlight>
                  <a:schemeClr val="dk1"/>
                </a:highlight>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beach-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92850"/>
            <a:ext cx="8520600" cy="8010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311700" y="1228675"/>
            <a:ext cx="8520600" cy="334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3.jpe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5.jpeg"/><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3"/>
          <p:cNvPicPr preferRelativeResize="0"/>
          <p:nvPr/>
        </p:nvPicPr>
        <p:blipFill>
          <a:blip r:embed="rId3">
            <a:alphaModFix/>
          </a:blip>
          <a:stretch>
            <a:fillRect/>
          </a:stretch>
        </p:blipFill>
        <p:spPr>
          <a:xfrm>
            <a:off x="4047125" y="1220850"/>
            <a:ext cx="1336150" cy="825175"/>
          </a:xfrm>
          <a:prstGeom prst="rect">
            <a:avLst/>
          </a:prstGeom>
          <a:noFill/>
          <a:ln>
            <a:noFill/>
          </a:ln>
          <a:effectLst>
            <a:outerShdw blurRad="57150" dist="19050" dir="5400000" algn="bl" rotWithShape="0">
              <a:srgbClr val="000000">
                <a:alpha val="50000"/>
              </a:srgbClr>
            </a:outerShdw>
          </a:effectLst>
        </p:spPr>
      </p:pic>
      <p:sp>
        <p:nvSpPr>
          <p:cNvPr id="57" name="Google Shape;57;p13"/>
          <p:cNvSpPr txBox="1">
            <a:spLocks noGrp="1"/>
          </p:cNvSpPr>
          <p:nvPr>
            <p:ph type="ctrTitle"/>
          </p:nvPr>
        </p:nvSpPr>
        <p:spPr>
          <a:xfrm>
            <a:off x="2295850" y="1951350"/>
            <a:ext cx="4838700" cy="1240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a:t>W / Friends</a:t>
            </a:r>
            <a:endParaRPr/>
          </a:p>
        </p:txBody>
      </p:sp>
      <p:sp>
        <p:nvSpPr>
          <p:cNvPr id="58" name="Google Shape;58;p13"/>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Keep in touch everywhere with your friends!</a:t>
            </a:r>
            <a:endParaRPr/>
          </a:p>
        </p:txBody>
      </p:sp>
      <p:sp>
        <p:nvSpPr>
          <p:cNvPr id="59" name="Google Shape;59;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a:t>
            </a:fld>
            <a:endParaRPr sz="2000" b="1"/>
          </a:p>
        </p:txBody>
      </p:sp>
      <p:pic>
        <p:nvPicPr>
          <p:cNvPr id="60" name="Google Shape;60;p13"/>
          <p:cNvPicPr preferRelativeResize="0"/>
          <p:nvPr/>
        </p:nvPicPr>
        <p:blipFill>
          <a:blip r:embed="rId4">
            <a:alphaModFix/>
          </a:blip>
          <a:stretch>
            <a:fillRect/>
          </a:stretch>
        </p:blipFill>
        <p:spPr>
          <a:xfrm>
            <a:off x="5570575" y="625938"/>
            <a:ext cx="2766775" cy="503050"/>
          </a:xfrm>
          <a:prstGeom prst="rect">
            <a:avLst/>
          </a:prstGeom>
          <a:noFill/>
          <a:ln>
            <a:noFill/>
          </a:ln>
        </p:spPr>
      </p:pic>
      <p:pic>
        <p:nvPicPr>
          <p:cNvPr id="61" name="Google Shape;61;p13"/>
          <p:cNvPicPr preferRelativeResize="0"/>
          <p:nvPr/>
        </p:nvPicPr>
        <p:blipFill>
          <a:blip r:embed="rId5">
            <a:alphaModFix/>
          </a:blip>
          <a:stretch>
            <a:fillRect/>
          </a:stretch>
        </p:blipFill>
        <p:spPr>
          <a:xfrm>
            <a:off x="1404125" y="272625"/>
            <a:ext cx="1219200" cy="1209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body" idx="1"/>
          </p:nvPr>
        </p:nvSpPr>
        <p:spPr>
          <a:xfrm>
            <a:off x="3206800" y="1121825"/>
            <a:ext cx="5058000" cy="3704400"/>
          </a:xfrm>
          <a:prstGeom prst="rect">
            <a:avLst/>
          </a:prstGeom>
        </p:spPr>
        <p:txBody>
          <a:bodyPr spcFirstLastPara="1" wrap="square" lIns="91425" tIns="91425" rIns="91425" bIns="91425" anchor="t" anchorCtr="0">
            <a:noAutofit/>
          </a:bodyPr>
          <a:lstStyle/>
          <a:p>
            <a:pPr marL="0" indent="0">
              <a:lnSpc>
                <a:spcPct val="105000"/>
              </a:lnSpc>
              <a:buSzPts val="523"/>
              <a:buNone/>
            </a:pPr>
            <a:r>
              <a:rPr lang="en-GB" sz="1050"/>
              <a:t>3.   Introduction</a:t>
            </a:r>
            <a:endParaRPr sz="1050"/>
          </a:p>
          <a:p>
            <a:pPr marL="0" indent="0">
              <a:lnSpc>
                <a:spcPct val="105000"/>
              </a:lnSpc>
              <a:spcBef>
                <a:spcPts val="1200"/>
              </a:spcBef>
              <a:buSzPts val="523"/>
              <a:buNone/>
            </a:pPr>
            <a:r>
              <a:rPr lang="en-GB" sz="1050"/>
              <a:t>4.   Front-end Style</a:t>
            </a:r>
            <a:endParaRPr sz="1050"/>
          </a:p>
          <a:p>
            <a:pPr marL="0" indent="0">
              <a:lnSpc>
                <a:spcPct val="105000"/>
              </a:lnSpc>
              <a:spcBef>
                <a:spcPts val="1200"/>
              </a:spcBef>
              <a:buSzPts val="523"/>
              <a:buNone/>
            </a:pPr>
            <a:r>
              <a:rPr lang="en-GB" sz="1050"/>
              <a:t>6.   Traffic Monitoring</a:t>
            </a:r>
            <a:endParaRPr sz="1050"/>
          </a:p>
          <a:p>
            <a:pPr marL="0" indent="0">
              <a:lnSpc>
                <a:spcPct val="105000"/>
              </a:lnSpc>
              <a:spcBef>
                <a:spcPts val="1200"/>
              </a:spcBef>
              <a:buSzPts val="523"/>
              <a:buNone/>
            </a:pPr>
            <a:r>
              <a:rPr lang="en-GB" sz="1050"/>
              <a:t>7.   Server</a:t>
            </a:r>
            <a:endParaRPr sz="1050"/>
          </a:p>
          <a:p>
            <a:pPr marL="0" indent="0">
              <a:lnSpc>
                <a:spcPct val="105000"/>
              </a:lnSpc>
              <a:spcBef>
                <a:spcPts val="1200"/>
              </a:spcBef>
              <a:buSzPts val="523"/>
              <a:buNone/>
            </a:pPr>
            <a:r>
              <a:rPr lang="en-GB" sz="1050"/>
              <a:t>8.   Database</a:t>
            </a:r>
            <a:endParaRPr sz="1050"/>
          </a:p>
          <a:p>
            <a:pPr marL="0" indent="0">
              <a:lnSpc>
                <a:spcPct val="105000"/>
              </a:lnSpc>
              <a:spcBef>
                <a:spcPts val="1200"/>
              </a:spcBef>
              <a:buSzPts val="523"/>
              <a:buNone/>
            </a:pPr>
            <a:r>
              <a:rPr lang="en-GB" sz="1050"/>
              <a:t>9.   Head of back-end</a:t>
            </a:r>
            <a:endParaRPr sz="1050"/>
          </a:p>
          <a:p>
            <a:pPr marL="0" indent="0">
              <a:lnSpc>
                <a:spcPct val="105000"/>
              </a:lnSpc>
              <a:spcBef>
                <a:spcPts val="1200"/>
              </a:spcBef>
              <a:buSzPts val="523"/>
              <a:buNone/>
            </a:pPr>
            <a:r>
              <a:rPr lang="en-GB" sz="1050"/>
              <a:t>13.  Security</a:t>
            </a:r>
            <a:endParaRPr sz="1050"/>
          </a:p>
          <a:p>
            <a:pPr marL="0" indent="0">
              <a:lnSpc>
                <a:spcPct val="105000"/>
              </a:lnSpc>
              <a:spcBef>
                <a:spcPts val="1200"/>
              </a:spcBef>
              <a:buSzPts val="523"/>
              <a:buNone/>
            </a:pPr>
            <a:r>
              <a:rPr lang="en-GB" sz="1050"/>
              <a:t>17.  Android mobile app</a:t>
            </a:r>
            <a:endParaRPr sz="1050"/>
          </a:p>
          <a:p>
            <a:pPr marL="0" indent="0">
              <a:lnSpc>
                <a:spcPct val="105000"/>
              </a:lnSpc>
              <a:spcBef>
                <a:spcPts val="1200"/>
              </a:spcBef>
              <a:buSzPts val="523"/>
              <a:buNone/>
            </a:pPr>
            <a:r>
              <a:rPr lang="en-GB" sz="1050"/>
              <a:t>18.  Gantt Chart</a:t>
            </a:r>
            <a:endParaRPr sz="1050"/>
          </a:p>
          <a:p>
            <a:pPr marL="0" indent="0">
              <a:lnSpc>
                <a:spcPct val="105000"/>
              </a:lnSpc>
              <a:spcBef>
                <a:spcPts val="1200"/>
              </a:spcBef>
              <a:buSzPts val="523"/>
              <a:buNone/>
            </a:pPr>
            <a:r>
              <a:rPr lang="en-GB" sz="1050"/>
              <a:t>20.  Expectations</a:t>
            </a:r>
            <a:endParaRPr sz="1050"/>
          </a:p>
          <a:p>
            <a:pPr marL="0" indent="0">
              <a:lnSpc>
                <a:spcPct val="105000"/>
              </a:lnSpc>
              <a:spcBef>
                <a:spcPts val="1200"/>
              </a:spcBef>
              <a:buSzPts val="523"/>
              <a:buNone/>
            </a:pPr>
            <a:r>
              <a:rPr lang="en-GB" sz="1050"/>
              <a:t>21.  Prototype</a:t>
            </a:r>
            <a:endParaRPr sz="1050"/>
          </a:p>
          <a:p>
            <a:pPr marL="0" indent="0">
              <a:lnSpc>
                <a:spcPct val="105000"/>
              </a:lnSpc>
              <a:spcBef>
                <a:spcPts val="1200"/>
              </a:spcBef>
              <a:spcAft>
                <a:spcPts val="1200"/>
              </a:spcAft>
              <a:buSzPts val="523"/>
              <a:buNone/>
            </a:pPr>
            <a:r>
              <a:rPr lang="en-GB" sz="1050"/>
              <a:t>22.  Conclusion</a:t>
            </a:r>
            <a:endParaRPr sz="1050"/>
          </a:p>
        </p:txBody>
      </p:sp>
      <p:sp>
        <p:nvSpPr>
          <p:cNvPr id="67" name="Google Shape;67;p14"/>
          <p:cNvSpPr txBox="1"/>
          <p:nvPr/>
        </p:nvSpPr>
        <p:spPr>
          <a:xfrm>
            <a:off x="920300" y="227975"/>
            <a:ext cx="72948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4200" b="1">
                <a:solidFill>
                  <a:schemeClr val="accent1"/>
                </a:solidFill>
                <a:latin typeface="Amatic SC"/>
                <a:ea typeface="Amatic SC"/>
                <a:cs typeface="Amatic SC"/>
                <a:sym typeface="Amatic SC"/>
              </a:rPr>
              <a:t>Index</a:t>
            </a:r>
            <a:endParaRPr/>
          </a:p>
        </p:txBody>
      </p:sp>
      <p:sp>
        <p:nvSpPr>
          <p:cNvPr id="68" name="Google Shape;6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1900" b="1"/>
              <a:t>2</a:t>
            </a:fld>
            <a:endParaRPr sz="1900" b="1"/>
          </a:p>
        </p:txBody>
      </p:sp>
      <p:pic>
        <p:nvPicPr>
          <p:cNvPr id="69" name="Google Shape;69;p14"/>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Netherlands Project</a:t>
            </a:r>
            <a:endParaRPr/>
          </a:p>
          <a:p>
            <a:pPr marL="0" lvl="0" indent="0" algn="l" rtl="0">
              <a:spcBef>
                <a:spcPts val="0"/>
              </a:spcBef>
              <a:spcAft>
                <a:spcPts val="0"/>
              </a:spcAft>
              <a:buNone/>
            </a:pPr>
            <a:endParaRPr/>
          </a:p>
        </p:txBody>
      </p:sp>
      <p:sp>
        <p:nvSpPr>
          <p:cNvPr id="75" name="Google Shape;75;p15"/>
          <p:cNvSpPr txBox="1">
            <a:spLocks noGrp="1"/>
          </p:cNvSpPr>
          <p:nvPr>
            <p:ph type="body" idx="1"/>
          </p:nvPr>
        </p:nvSpPr>
        <p:spPr>
          <a:xfrm>
            <a:off x="-58500" y="1197425"/>
            <a:ext cx="8790300" cy="3760500"/>
          </a:xfrm>
          <a:prstGeom prst="rect">
            <a:avLst/>
          </a:prstGeom>
        </p:spPr>
        <p:txBody>
          <a:bodyPr spcFirstLastPara="1" wrap="square" lIns="91425" tIns="91425" rIns="91425" bIns="91425" anchor="t" anchorCtr="0">
            <a:normAutofit fontScale="70000" lnSpcReduction="20000"/>
          </a:bodyPr>
          <a:lstStyle/>
          <a:p>
            <a:pPr marL="449580" indent="0">
              <a:buNone/>
            </a:pPr>
            <a:r>
              <a:rPr lang="en-GB"/>
              <a:t>This project is a collaboration between “</a:t>
            </a:r>
            <a:r>
              <a:rPr lang="en-GB" b="1" err="1"/>
              <a:t>mboRijnland</a:t>
            </a:r>
            <a:r>
              <a:rPr lang="en-GB"/>
              <a:t>” and “</a:t>
            </a:r>
            <a:r>
              <a:rPr lang="en-GB" b="1"/>
              <a:t>City College of Plymouth</a:t>
            </a:r>
            <a:r>
              <a:rPr lang="en-GB"/>
              <a:t>” that allows students to work and learn together. </a:t>
            </a:r>
            <a:endParaRPr lang="en-US"/>
          </a:p>
          <a:p>
            <a:pPr marL="449580" lvl="0" indent="0" algn="l" rtl="0">
              <a:spcBef>
                <a:spcPts val="600"/>
              </a:spcBef>
              <a:spcAft>
                <a:spcPts val="0"/>
              </a:spcAft>
              <a:buNone/>
            </a:pPr>
            <a:r>
              <a:rPr lang="en-GB" sz="1700"/>
              <a:t>The web application we are developing is called “W/ Friends”.</a:t>
            </a:r>
            <a:endParaRPr sz="1700"/>
          </a:p>
          <a:p>
            <a:pPr marL="449580" indent="0">
              <a:spcBef>
                <a:spcPts val="600"/>
              </a:spcBef>
              <a:buNone/>
            </a:pPr>
            <a:r>
              <a:rPr lang="en-GB" sz="1700"/>
              <a:t>It is a web social application with the practical main function designed to help friends meet. </a:t>
            </a:r>
            <a:endParaRPr sz="1700"/>
          </a:p>
          <a:p>
            <a:pPr marL="449580" indent="0">
              <a:spcBef>
                <a:spcPts val="600"/>
              </a:spcBef>
              <a:buNone/>
            </a:pPr>
            <a:r>
              <a:rPr lang="en-GB" sz="1700"/>
              <a:t>The map-based software will show you where your “friends” are and will allow to chat with them and set meeting points for specific events. In addition, users are also able to write specific tailored reviews of places such as restaurants, pubs, clubs and shops created by your “friends”.  </a:t>
            </a:r>
            <a:endParaRPr sz="1700"/>
          </a:p>
          <a:p>
            <a:pPr marL="1259840" lvl="0" indent="-303530" algn="l" rtl="0">
              <a:spcBef>
                <a:spcPts val="1200"/>
              </a:spcBef>
              <a:spcAft>
                <a:spcPts val="0"/>
              </a:spcAft>
              <a:buClr>
                <a:srgbClr val="434343"/>
              </a:buClr>
              <a:buSzPct val="100000"/>
              <a:buFont typeface="Source Code Pro"/>
              <a:buChar char="●"/>
            </a:pPr>
            <a:r>
              <a:rPr lang="en-GB" sz="1700"/>
              <a:t>Pick a place to meet your friends (GPS system)</a:t>
            </a:r>
            <a:endParaRPr sz="1700"/>
          </a:p>
          <a:p>
            <a:pPr marL="1259840" indent="-303530">
              <a:buClr>
                <a:srgbClr val="434343"/>
              </a:buClr>
              <a:buSzPct val="100000"/>
            </a:pPr>
            <a:r>
              <a:rPr lang="en-GB" sz="1700"/>
              <a:t>See where your friends are going to </a:t>
            </a:r>
            <a:endParaRPr sz="1700"/>
          </a:p>
          <a:p>
            <a:pPr marL="1259840" indent="-303530">
              <a:buClr>
                <a:srgbClr val="434343"/>
              </a:buClr>
              <a:buSzPct val="100000"/>
            </a:pPr>
            <a:r>
              <a:rPr lang="en-GB" sz="1700"/>
              <a:t>Personal specific recommendations/ratings of places on the map </a:t>
            </a:r>
            <a:endParaRPr sz="1700"/>
          </a:p>
          <a:p>
            <a:pPr marL="1259840" lvl="0" indent="-303530" algn="l" rtl="0">
              <a:spcBef>
                <a:spcPts val="0"/>
              </a:spcBef>
              <a:spcAft>
                <a:spcPts val="0"/>
              </a:spcAft>
              <a:buClr>
                <a:srgbClr val="434343"/>
              </a:buClr>
              <a:buSzPct val="100000"/>
              <a:buFont typeface="Arial"/>
              <a:buChar char="●"/>
            </a:pPr>
            <a:r>
              <a:rPr lang="en-GB" sz="1700"/>
              <a:t>Our target audience is age 16+</a:t>
            </a:r>
            <a:endParaRPr sz="1700"/>
          </a:p>
          <a:p>
            <a:pPr marL="1259840" indent="-303530">
              <a:buClr>
                <a:srgbClr val="434343"/>
              </a:buClr>
              <a:buSzPct val="100000"/>
            </a:pPr>
            <a:r>
              <a:rPr lang="en-GB" sz="1700"/>
              <a:t>6-digit code to add each other as friends (QR code can be added to manage friend requests) </a:t>
            </a:r>
            <a:endParaRPr sz="1700"/>
          </a:p>
          <a:p>
            <a:pPr marL="1259840" lvl="0" indent="-303530" algn="l" rtl="0">
              <a:spcBef>
                <a:spcPts val="0"/>
              </a:spcBef>
              <a:spcAft>
                <a:spcPts val="0"/>
              </a:spcAft>
              <a:buClr>
                <a:srgbClr val="434343"/>
              </a:buClr>
              <a:buSzPct val="100000"/>
              <a:buFont typeface="Source Code Pro"/>
              <a:buChar char="●"/>
            </a:pPr>
            <a:r>
              <a:rPr lang="en-GB" sz="1700"/>
              <a:t>Secure login/register page (CAPTCHA I am not a robot)</a:t>
            </a:r>
            <a:endParaRPr sz="1700"/>
          </a:p>
          <a:p>
            <a:pPr marL="1259840" indent="-303530">
              <a:buClr>
                <a:srgbClr val="434343"/>
              </a:buClr>
              <a:buSzPct val="100000"/>
            </a:pPr>
            <a:r>
              <a:rPr lang="en-GB" sz="1700"/>
              <a:t>Chat with people in proximity. </a:t>
            </a:r>
            <a:endParaRPr/>
          </a:p>
        </p:txBody>
      </p:sp>
      <p:sp>
        <p:nvSpPr>
          <p:cNvPr id="76" name="Google Shape;76;p15"/>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3</a:t>
            </a:fld>
            <a:endParaRPr sz="2000" b="1"/>
          </a:p>
        </p:txBody>
      </p:sp>
      <p:pic>
        <p:nvPicPr>
          <p:cNvPr id="78" name="Google Shape;78;p15"/>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Front-end Style</a:t>
            </a:r>
            <a:endParaRPr/>
          </a:p>
          <a:p>
            <a:pPr marL="0" lvl="0" indent="0" algn="l" rtl="0">
              <a:spcBef>
                <a:spcPts val="0"/>
              </a:spcBef>
              <a:spcAft>
                <a:spcPts val="0"/>
              </a:spcAft>
              <a:buNone/>
            </a:pPr>
            <a:endParaRPr/>
          </a:p>
        </p:txBody>
      </p:sp>
      <p:sp>
        <p:nvSpPr>
          <p:cNvPr id="84" name="Google Shape;84;p16"/>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85" name="Google Shape;85;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4</a:t>
            </a:fld>
            <a:endParaRPr sz="2000" b="1"/>
          </a:p>
        </p:txBody>
      </p:sp>
      <p:pic>
        <p:nvPicPr>
          <p:cNvPr id="86" name="Google Shape;86;p16"/>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87" name="Google Shape;87;p16"/>
          <p:cNvPicPr preferRelativeResize="0"/>
          <p:nvPr/>
        </p:nvPicPr>
        <p:blipFill>
          <a:blip r:embed="rId4">
            <a:alphaModFix/>
          </a:blip>
          <a:stretch>
            <a:fillRect/>
          </a:stretch>
        </p:blipFill>
        <p:spPr>
          <a:xfrm>
            <a:off x="854263" y="1093850"/>
            <a:ext cx="7435483" cy="3744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Front-end Style</a:t>
            </a:r>
            <a:endParaRPr/>
          </a:p>
          <a:p>
            <a:pPr marL="0" lvl="0" indent="0" algn="l" rtl="0">
              <a:spcBef>
                <a:spcPts val="0"/>
              </a:spcBef>
              <a:spcAft>
                <a:spcPts val="0"/>
              </a:spcAft>
              <a:buNone/>
            </a:pPr>
            <a:endParaRPr/>
          </a:p>
        </p:txBody>
      </p:sp>
      <p:sp>
        <p:nvSpPr>
          <p:cNvPr id="93" name="Google Shape;93;p1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94" name="Google Shape;94;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5</a:t>
            </a:fld>
            <a:endParaRPr sz="2000" b="1"/>
          </a:p>
        </p:txBody>
      </p:sp>
      <p:pic>
        <p:nvPicPr>
          <p:cNvPr id="95" name="Google Shape;95;p17"/>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96" name="Google Shape;96;p17"/>
          <p:cNvPicPr preferRelativeResize="0"/>
          <p:nvPr/>
        </p:nvPicPr>
        <p:blipFill>
          <a:blip r:embed="rId4">
            <a:alphaModFix/>
          </a:blip>
          <a:stretch>
            <a:fillRect/>
          </a:stretch>
        </p:blipFill>
        <p:spPr>
          <a:xfrm>
            <a:off x="2756825" y="914150"/>
            <a:ext cx="3436180" cy="4142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Traffic Monitoring</a:t>
            </a:r>
            <a:endParaRPr/>
          </a:p>
          <a:p>
            <a:pPr marL="0" lvl="0" indent="0" algn="l" rtl="0">
              <a:spcBef>
                <a:spcPts val="0"/>
              </a:spcBef>
              <a:spcAft>
                <a:spcPts val="0"/>
              </a:spcAft>
              <a:buNone/>
            </a:pPr>
            <a:endParaRPr/>
          </a:p>
        </p:txBody>
      </p:sp>
      <p:sp>
        <p:nvSpPr>
          <p:cNvPr id="102" name="Google Shape;102;p18"/>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03" name="Google Shape;10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6</a:t>
            </a:fld>
            <a:endParaRPr sz="2000" b="1"/>
          </a:p>
        </p:txBody>
      </p:sp>
      <p:pic>
        <p:nvPicPr>
          <p:cNvPr id="104" name="Google Shape;104;p18"/>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105" name="Google Shape;105;p18"/>
          <p:cNvPicPr preferRelativeResize="0"/>
          <p:nvPr/>
        </p:nvPicPr>
        <p:blipFill>
          <a:blip r:embed="rId4">
            <a:alphaModFix/>
          </a:blip>
          <a:stretch>
            <a:fillRect/>
          </a:stretch>
        </p:blipFill>
        <p:spPr>
          <a:xfrm>
            <a:off x="553800" y="966401"/>
            <a:ext cx="3000001" cy="3973632"/>
          </a:xfrm>
          <a:prstGeom prst="rect">
            <a:avLst/>
          </a:prstGeom>
          <a:noFill/>
          <a:ln>
            <a:noFill/>
          </a:ln>
        </p:spPr>
      </p:pic>
      <p:pic>
        <p:nvPicPr>
          <p:cNvPr id="106" name="Google Shape;106;p18"/>
          <p:cNvPicPr preferRelativeResize="0"/>
          <p:nvPr/>
        </p:nvPicPr>
        <p:blipFill>
          <a:blip r:embed="rId5">
            <a:alphaModFix/>
          </a:blip>
          <a:stretch>
            <a:fillRect/>
          </a:stretch>
        </p:blipFill>
        <p:spPr>
          <a:xfrm>
            <a:off x="4030326" y="1154064"/>
            <a:ext cx="4172081" cy="1854589"/>
          </a:xfrm>
          <a:prstGeom prst="rect">
            <a:avLst/>
          </a:prstGeom>
          <a:noFill/>
          <a:ln>
            <a:noFill/>
          </a:ln>
        </p:spPr>
      </p:pic>
      <p:pic>
        <p:nvPicPr>
          <p:cNvPr id="2" name="Picture 2" descr="Chart&#10;&#10;Description automatically generated">
            <a:extLst>
              <a:ext uri="{FF2B5EF4-FFF2-40B4-BE49-F238E27FC236}">
                <a16:creationId xmlns:a16="http://schemas.microsoft.com/office/drawing/2014/main" id="{2C96CE89-4D08-5D3F-2CAC-D57839EBA1CE}"/>
              </a:ext>
            </a:extLst>
          </p:cNvPr>
          <p:cNvPicPr>
            <a:picLocks noChangeAspect="1"/>
          </p:cNvPicPr>
          <p:nvPr/>
        </p:nvPicPr>
        <p:blipFill>
          <a:blip r:embed="rId6"/>
          <a:stretch>
            <a:fillRect/>
          </a:stretch>
        </p:blipFill>
        <p:spPr>
          <a:xfrm>
            <a:off x="3942933" y="3205884"/>
            <a:ext cx="4257466" cy="14599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9"/>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Server</a:t>
            </a:r>
            <a:endParaRPr/>
          </a:p>
          <a:p>
            <a:pPr marL="0" lvl="0" indent="0" algn="l" rtl="0">
              <a:spcBef>
                <a:spcPts val="0"/>
              </a:spcBef>
              <a:spcAft>
                <a:spcPts val="0"/>
              </a:spcAft>
              <a:buNone/>
            </a:pPr>
            <a:endParaRPr/>
          </a:p>
        </p:txBody>
      </p:sp>
      <p:sp>
        <p:nvSpPr>
          <p:cNvPr id="112" name="Google Shape;112;p19"/>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7</a:t>
            </a:fld>
            <a:endParaRPr sz="2000" b="1"/>
          </a:p>
        </p:txBody>
      </p:sp>
      <p:pic>
        <p:nvPicPr>
          <p:cNvPr id="114" name="Google Shape;114;p19"/>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115" name="Google Shape;115;p19"/>
          <p:cNvPicPr preferRelativeResize="0"/>
          <p:nvPr/>
        </p:nvPicPr>
        <p:blipFill>
          <a:blip r:embed="rId4">
            <a:alphaModFix/>
          </a:blip>
          <a:stretch>
            <a:fillRect/>
          </a:stretch>
        </p:blipFill>
        <p:spPr>
          <a:xfrm>
            <a:off x="345800" y="1246250"/>
            <a:ext cx="8452383" cy="32645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Database</a:t>
            </a:r>
            <a:endParaRPr/>
          </a:p>
        </p:txBody>
      </p:sp>
      <p:sp>
        <p:nvSpPr>
          <p:cNvPr id="121" name="Google Shape;12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8</a:t>
            </a:fld>
            <a:endParaRPr sz="2000" b="1"/>
          </a:p>
        </p:txBody>
      </p:sp>
      <p:pic>
        <p:nvPicPr>
          <p:cNvPr id="122" name="Google Shape;122;p20"/>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pic>
        <p:nvPicPr>
          <p:cNvPr id="123" name="Google Shape;123;p20"/>
          <p:cNvPicPr preferRelativeResize="0"/>
          <p:nvPr/>
        </p:nvPicPr>
        <p:blipFill>
          <a:blip r:embed="rId4">
            <a:alphaModFix/>
          </a:blip>
          <a:stretch>
            <a:fillRect/>
          </a:stretch>
        </p:blipFill>
        <p:spPr>
          <a:xfrm>
            <a:off x="2159400" y="908400"/>
            <a:ext cx="4407019" cy="40830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Head of back-end</a:t>
            </a:r>
            <a:endParaRPr/>
          </a:p>
          <a:p>
            <a:pPr marL="0" lvl="0" indent="0" algn="l" rtl="0">
              <a:spcBef>
                <a:spcPts val="0"/>
              </a:spcBef>
              <a:spcAft>
                <a:spcPts val="0"/>
              </a:spcAft>
              <a:buNone/>
            </a:pPr>
            <a:endParaRPr/>
          </a:p>
        </p:txBody>
      </p:sp>
      <p:sp>
        <p:nvSpPr>
          <p:cNvPr id="129" name="Google Shape;129;p21"/>
          <p:cNvSpPr txBox="1"/>
          <p:nvPr/>
        </p:nvSpPr>
        <p:spPr>
          <a:xfrm>
            <a:off x="2196703" y="1446609"/>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30" name="Google Shape;13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9</a:t>
            </a:fld>
            <a:endParaRPr sz="2000" b="1"/>
          </a:p>
        </p:txBody>
      </p:sp>
      <p:pic>
        <p:nvPicPr>
          <p:cNvPr id="131" name="Google Shape;131;p21"/>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2" name="Afbeelding 2" descr="Afbeelding met tekst&#10;&#10;Automatisch gegenereerde beschrijving">
            <a:extLst>
              <a:ext uri="{FF2B5EF4-FFF2-40B4-BE49-F238E27FC236}">
                <a16:creationId xmlns:a16="http://schemas.microsoft.com/office/drawing/2014/main" id="{94C591D5-7E7C-3ED4-E1A0-9B0B187ABF5C}"/>
              </a:ext>
            </a:extLst>
          </p:cNvPr>
          <p:cNvPicPr>
            <a:picLocks noChangeAspect="1"/>
          </p:cNvPicPr>
          <p:nvPr/>
        </p:nvPicPr>
        <p:blipFill>
          <a:blip r:embed="rId4"/>
          <a:stretch>
            <a:fillRect/>
          </a:stretch>
        </p:blipFill>
        <p:spPr>
          <a:xfrm>
            <a:off x="2408635" y="1098681"/>
            <a:ext cx="4368402" cy="31544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Head of back-end</a:t>
            </a:r>
            <a:endParaRPr/>
          </a:p>
          <a:p>
            <a:pPr marL="0" lvl="0" indent="0" algn="l" rtl="0">
              <a:spcBef>
                <a:spcPts val="0"/>
              </a:spcBef>
              <a:spcAft>
                <a:spcPts val="0"/>
              </a:spcAft>
              <a:buNone/>
            </a:pPr>
            <a:endParaRPr/>
          </a:p>
        </p:txBody>
      </p:sp>
      <p:sp>
        <p:nvSpPr>
          <p:cNvPr id="129" name="Google Shape;129;p21"/>
          <p:cNvSpPr txBox="1"/>
          <p:nvPr/>
        </p:nvSpPr>
        <p:spPr>
          <a:xfrm>
            <a:off x="2196703" y="1446609"/>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30" name="Google Shape;13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10</a:t>
            </a:fld>
            <a:endParaRPr sz="2000" b="1"/>
          </a:p>
        </p:txBody>
      </p:sp>
      <p:pic>
        <p:nvPicPr>
          <p:cNvPr id="131" name="Google Shape;131;p21"/>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3" name="Afbeelding 3" descr="Afbeelding met tekst&#10;&#10;Automatisch gegenereerde beschrijving">
            <a:extLst>
              <a:ext uri="{FF2B5EF4-FFF2-40B4-BE49-F238E27FC236}">
                <a16:creationId xmlns:a16="http://schemas.microsoft.com/office/drawing/2014/main" id="{3E77B267-ECEA-19A4-7F29-FD54FD1DE1E1}"/>
              </a:ext>
            </a:extLst>
          </p:cNvPr>
          <p:cNvPicPr>
            <a:picLocks noChangeAspect="1"/>
          </p:cNvPicPr>
          <p:nvPr/>
        </p:nvPicPr>
        <p:blipFill>
          <a:blip r:embed="rId4"/>
          <a:stretch>
            <a:fillRect/>
          </a:stretch>
        </p:blipFill>
        <p:spPr>
          <a:xfrm>
            <a:off x="1783623" y="1012310"/>
            <a:ext cx="5434012" cy="2145711"/>
          </a:xfrm>
          <a:prstGeom prst="rect">
            <a:avLst/>
          </a:prstGeom>
        </p:spPr>
      </p:pic>
      <p:pic>
        <p:nvPicPr>
          <p:cNvPr id="4" name="Afbeelding 4" descr="Afbeelding met tekst&#10;&#10;Automatisch gegenereerde beschrijving">
            <a:extLst>
              <a:ext uri="{FF2B5EF4-FFF2-40B4-BE49-F238E27FC236}">
                <a16:creationId xmlns:a16="http://schemas.microsoft.com/office/drawing/2014/main" id="{86148469-A043-B178-52A3-99BCDDB45AA5}"/>
              </a:ext>
            </a:extLst>
          </p:cNvPr>
          <p:cNvPicPr>
            <a:picLocks noChangeAspect="1"/>
          </p:cNvPicPr>
          <p:nvPr/>
        </p:nvPicPr>
        <p:blipFill>
          <a:blip r:embed="rId5"/>
          <a:stretch>
            <a:fillRect/>
          </a:stretch>
        </p:blipFill>
        <p:spPr>
          <a:xfrm>
            <a:off x="1629510" y="2923457"/>
            <a:ext cx="5880495" cy="2110807"/>
          </a:xfrm>
          <a:prstGeom prst="rect">
            <a:avLst/>
          </a:prstGeom>
        </p:spPr>
      </p:pic>
    </p:spTree>
    <p:extLst>
      <p:ext uri="{BB962C8B-B14F-4D97-AF65-F5344CB8AC3E}">
        <p14:creationId xmlns:p14="http://schemas.microsoft.com/office/powerpoint/2010/main" val="2466649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Head of back-end</a:t>
            </a:r>
            <a:endParaRPr/>
          </a:p>
          <a:p>
            <a:pPr marL="0" lvl="0" indent="0" algn="l" rtl="0">
              <a:spcBef>
                <a:spcPts val="0"/>
              </a:spcBef>
              <a:spcAft>
                <a:spcPts val="0"/>
              </a:spcAft>
              <a:buNone/>
            </a:pPr>
            <a:endParaRPr lang="nl-NL"/>
          </a:p>
        </p:txBody>
      </p:sp>
      <p:sp>
        <p:nvSpPr>
          <p:cNvPr id="129" name="Google Shape;129;p21"/>
          <p:cNvSpPr txBox="1"/>
          <p:nvPr/>
        </p:nvSpPr>
        <p:spPr>
          <a:xfrm>
            <a:off x="2196703" y="1446609"/>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30" name="Google Shape;13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11</a:t>
            </a:fld>
            <a:endParaRPr sz="2000" b="1"/>
          </a:p>
        </p:txBody>
      </p:sp>
      <p:pic>
        <p:nvPicPr>
          <p:cNvPr id="131" name="Google Shape;131;p21"/>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2" name="Afbeelding 4" descr="Afbeelding met tekst&#10;&#10;Automatisch gegenereerde beschrijving">
            <a:extLst>
              <a:ext uri="{FF2B5EF4-FFF2-40B4-BE49-F238E27FC236}">
                <a16:creationId xmlns:a16="http://schemas.microsoft.com/office/drawing/2014/main" id="{D871EEA0-15C5-4E32-CAEF-0D1CD251BBE6}"/>
              </a:ext>
            </a:extLst>
          </p:cNvPr>
          <p:cNvPicPr>
            <a:picLocks noChangeAspect="1"/>
          </p:cNvPicPr>
          <p:nvPr/>
        </p:nvPicPr>
        <p:blipFill>
          <a:blip r:embed="rId4"/>
          <a:stretch>
            <a:fillRect/>
          </a:stretch>
        </p:blipFill>
        <p:spPr>
          <a:xfrm>
            <a:off x="366713" y="1205868"/>
            <a:ext cx="3546872" cy="3088952"/>
          </a:xfrm>
          <a:prstGeom prst="rect">
            <a:avLst/>
          </a:prstGeom>
        </p:spPr>
      </p:pic>
      <p:pic>
        <p:nvPicPr>
          <p:cNvPr id="5" name="Afbeelding 5" descr="Afbeelding met tekst&#10;&#10;Automatisch gegenereerde beschrijving">
            <a:extLst>
              <a:ext uri="{FF2B5EF4-FFF2-40B4-BE49-F238E27FC236}">
                <a16:creationId xmlns:a16="http://schemas.microsoft.com/office/drawing/2014/main" id="{5AA3D59F-A02D-D453-6B56-A78E81512F04}"/>
              </a:ext>
            </a:extLst>
          </p:cNvPr>
          <p:cNvPicPr>
            <a:picLocks noChangeAspect="1"/>
          </p:cNvPicPr>
          <p:nvPr/>
        </p:nvPicPr>
        <p:blipFill>
          <a:blip r:embed="rId5"/>
          <a:stretch>
            <a:fillRect/>
          </a:stretch>
        </p:blipFill>
        <p:spPr>
          <a:xfrm>
            <a:off x="4021932" y="1207505"/>
            <a:ext cx="4731543" cy="1275927"/>
          </a:xfrm>
          <a:prstGeom prst="rect">
            <a:avLst/>
          </a:prstGeom>
        </p:spPr>
      </p:pic>
    </p:spTree>
    <p:extLst>
      <p:ext uri="{BB962C8B-B14F-4D97-AF65-F5344CB8AC3E}">
        <p14:creationId xmlns:p14="http://schemas.microsoft.com/office/powerpoint/2010/main" val="1463888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Head of back-end</a:t>
            </a:r>
            <a:endParaRPr/>
          </a:p>
          <a:p>
            <a:pPr marL="0" lvl="0" indent="0" algn="l" rtl="0">
              <a:spcBef>
                <a:spcPts val="0"/>
              </a:spcBef>
              <a:spcAft>
                <a:spcPts val="0"/>
              </a:spcAft>
              <a:buNone/>
            </a:pPr>
            <a:endParaRPr lang="nl-NL"/>
          </a:p>
        </p:txBody>
      </p:sp>
      <p:sp>
        <p:nvSpPr>
          <p:cNvPr id="129" name="Google Shape;129;p21"/>
          <p:cNvSpPr txBox="1"/>
          <p:nvPr/>
        </p:nvSpPr>
        <p:spPr>
          <a:xfrm>
            <a:off x="2196703" y="1446609"/>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30" name="Google Shape;13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12</a:t>
            </a:fld>
            <a:endParaRPr sz="2000" b="1"/>
          </a:p>
        </p:txBody>
      </p:sp>
      <p:pic>
        <p:nvPicPr>
          <p:cNvPr id="131" name="Google Shape;131;p21"/>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3" name="Afbeelding 3" descr="Afbeelding met tafel&#10;&#10;Automatisch gegenereerde beschrijving">
            <a:extLst>
              <a:ext uri="{FF2B5EF4-FFF2-40B4-BE49-F238E27FC236}">
                <a16:creationId xmlns:a16="http://schemas.microsoft.com/office/drawing/2014/main" id="{41F5DCC2-9019-092C-9F4A-967EC14DD4C7}"/>
              </a:ext>
            </a:extLst>
          </p:cNvPr>
          <p:cNvPicPr>
            <a:picLocks noChangeAspect="1"/>
          </p:cNvPicPr>
          <p:nvPr/>
        </p:nvPicPr>
        <p:blipFill>
          <a:blip r:embed="rId4"/>
          <a:stretch>
            <a:fillRect/>
          </a:stretch>
        </p:blipFill>
        <p:spPr>
          <a:xfrm>
            <a:off x="1015603" y="1064067"/>
            <a:ext cx="7368778" cy="3557101"/>
          </a:xfrm>
          <a:prstGeom prst="rect">
            <a:avLst/>
          </a:prstGeom>
        </p:spPr>
      </p:pic>
    </p:spTree>
    <p:extLst>
      <p:ext uri="{BB962C8B-B14F-4D97-AF65-F5344CB8AC3E}">
        <p14:creationId xmlns:p14="http://schemas.microsoft.com/office/powerpoint/2010/main" val="3558075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Security</a:t>
            </a:r>
            <a:endParaRPr/>
          </a:p>
          <a:p>
            <a:pPr marL="0" lvl="0" indent="0" algn="l" rtl="0">
              <a:spcBef>
                <a:spcPts val="0"/>
              </a:spcBef>
              <a:spcAft>
                <a:spcPts val="0"/>
              </a:spcAft>
              <a:buNone/>
            </a:pPr>
            <a:endParaRPr/>
          </a:p>
        </p:txBody>
      </p:sp>
      <p:sp>
        <p:nvSpPr>
          <p:cNvPr id="137" name="Google Shape;137;p22"/>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38" name="Google Shape;13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13</a:t>
            </a:fld>
            <a:endParaRPr sz="2000" b="1"/>
          </a:p>
        </p:txBody>
      </p:sp>
      <p:pic>
        <p:nvPicPr>
          <p:cNvPr id="139" name="Google Shape;139;p22"/>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140" name="Google Shape;140;p22"/>
          <p:cNvPicPr preferRelativeResize="0"/>
          <p:nvPr/>
        </p:nvPicPr>
        <p:blipFill>
          <a:blip r:embed="rId4">
            <a:alphaModFix/>
          </a:blip>
          <a:stretch>
            <a:fillRect/>
          </a:stretch>
        </p:blipFill>
        <p:spPr>
          <a:xfrm>
            <a:off x="1243250" y="1142450"/>
            <a:ext cx="6657511" cy="3744850"/>
          </a:xfrm>
          <a:prstGeom prst="rect">
            <a:avLst/>
          </a:prstGeom>
          <a:noFill/>
          <a:ln>
            <a:noFill/>
          </a:ln>
        </p:spPr>
      </p:pic>
      <p:sp>
        <p:nvSpPr>
          <p:cNvPr id="141" name="Google Shape;141;p22"/>
          <p:cNvSpPr txBox="1"/>
          <p:nvPr/>
        </p:nvSpPr>
        <p:spPr>
          <a:xfrm>
            <a:off x="1275625" y="182325"/>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Security</a:t>
            </a:r>
            <a:endParaRPr/>
          </a:p>
          <a:p>
            <a:pPr marL="0" lvl="0" indent="0" algn="l" rtl="0">
              <a:spcBef>
                <a:spcPts val="0"/>
              </a:spcBef>
              <a:spcAft>
                <a:spcPts val="0"/>
              </a:spcAft>
              <a:buNone/>
            </a:pPr>
            <a:endParaRPr/>
          </a:p>
        </p:txBody>
      </p:sp>
      <p:sp>
        <p:nvSpPr>
          <p:cNvPr id="147" name="Google Shape;147;p23"/>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48" name="Google Shape;148;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14</a:t>
            </a:fld>
            <a:endParaRPr sz="2000" b="1"/>
          </a:p>
        </p:txBody>
      </p:sp>
      <p:pic>
        <p:nvPicPr>
          <p:cNvPr id="149" name="Google Shape;149;p23"/>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sp>
        <p:nvSpPr>
          <p:cNvPr id="150" name="Google Shape;150;p23"/>
          <p:cNvSpPr txBox="1"/>
          <p:nvPr/>
        </p:nvSpPr>
        <p:spPr>
          <a:xfrm>
            <a:off x="1275625" y="182325"/>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pic>
        <p:nvPicPr>
          <p:cNvPr id="151" name="Google Shape;151;p23"/>
          <p:cNvPicPr preferRelativeResize="0"/>
          <p:nvPr/>
        </p:nvPicPr>
        <p:blipFill>
          <a:blip r:embed="rId4">
            <a:alphaModFix/>
          </a:blip>
          <a:stretch>
            <a:fillRect/>
          </a:stretch>
        </p:blipFill>
        <p:spPr>
          <a:xfrm>
            <a:off x="1262738" y="1093850"/>
            <a:ext cx="6618526" cy="3722925"/>
          </a:xfrm>
          <a:prstGeom prst="rect">
            <a:avLst/>
          </a:prstGeom>
          <a:noFill/>
          <a:ln>
            <a:noFill/>
          </a:ln>
        </p:spPr>
      </p:pic>
      <p:sp>
        <p:nvSpPr>
          <p:cNvPr id="152" name="Google Shape;152;p23"/>
          <p:cNvSpPr txBox="1"/>
          <p:nvPr/>
        </p:nvSpPr>
        <p:spPr>
          <a:xfrm>
            <a:off x="304800" y="30480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Security</a:t>
            </a:r>
            <a:endParaRPr/>
          </a:p>
          <a:p>
            <a:pPr marL="0" lvl="0" indent="0" algn="l" rtl="0">
              <a:spcBef>
                <a:spcPts val="0"/>
              </a:spcBef>
              <a:spcAft>
                <a:spcPts val="0"/>
              </a:spcAft>
              <a:buNone/>
            </a:pPr>
            <a:endParaRPr/>
          </a:p>
        </p:txBody>
      </p:sp>
      <p:sp>
        <p:nvSpPr>
          <p:cNvPr id="158" name="Google Shape;158;p24"/>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59" name="Google Shape;159;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15</a:t>
            </a:fld>
            <a:endParaRPr sz="2000" b="1"/>
          </a:p>
        </p:txBody>
      </p:sp>
      <p:pic>
        <p:nvPicPr>
          <p:cNvPr id="160" name="Google Shape;160;p24"/>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sp>
        <p:nvSpPr>
          <p:cNvPr id="161" name="Google Shape;161;p24"/>
          <p:cNvSpPr txBox="1"/>
          <p:nvPr/>
        </p:nvSpPr>
        <p:spPr>
          <a:xfrm>
            <a:off x="1275625" y="182325"/>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sp>
        <p:nvSpPr>
          <p:cNvPr id="162" name="Google Shape;162;p24"/>
          <p:cNvSpPr txBox="1"/>
          <p:nvPr/>
        </p:nvSpPr>
        <p:spPr>
          <a:xfrm>
            <a:off x="304800" y="30480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pic>
        <p:nvPicPr>
          <p:cNvPr id="163" name="Google Shape;163;p24"/>
          <p:cNvPicPr preferRelativeResize="0"/>
          <p:nvPr/>
        </p:nvPicPr>
        <p:blipFill>
          <a:blip r:embed="rId4">
            <a:alphaModFix/>
          </a:blip>
          <a:stretch>
            <a:fillRect/>
          </a:stretch>
        </p:blipFill>
        <p:spPr>
          <a:xfrm>
            <a:off x="1541225" y="1093850"/>
            <a:ext cx="5942899" cy="3713600"/>
          </a:xfrm>
          <a:prstGeom prst="rect">
            <a:avLst/>
          </a:prstGeom>
          <a:noFill/>
          <a:ln>
            <a:noFill/>
          </a:ln>
        </p:spPr>
      </p:pic>
      <p:sp>
        <p:nvSpPr>
          <p:cNvPr id="164" name="Google Shape;164;p24"/>
          <p:cNvSpPr txBox="1"/>
          <p:nvPr/>
        </p:nvSpPr>
        <p:spPr>
          <a:xfrm>
            <a:off x="-3611550" y="-171250"/>
            <a:ext cx="3803100" cy="422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Security</a:t>
            </a:r>
            <a:endParaRPr/>
          </a:p>
          <a:p>
            <a:pPr marL="0" lvl="0" indent="0" algn="l" rtl="0">
              <a:spcBef>
                <a:spcPts val="0"/>
              </a:spcBef>
              <a:spcAft>
                <a:spcPts val="0"/>
              </a:spcAft>
              <a:buNone/>
            </a:pPr>
            <a:endParaRPr/>
          </a:p>
        </p:txBody>
      </p:sp>
      <p:sp>
        <p:nvSpPr>
          <p:cNvPr id="170" name="Google Shape;170;p25"/>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71" name="Google Shape;17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16</a:t>
            </a:fld>
            <a:endParaRPr sz="2000" b="1"/>
          </a:p>
        </p:txBody>
      </p:sp>
      <p:pic>
        <p:nvPicPr>
          <p:cNvPr id="172" name="Google Shape;172;p25"/>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sp>
        <p:nvSpPr>
          <p:cNvPr id="173" name="Google Shape;173;p25"/>
          <p:cNvSpPr txBox="1"/>
          <p:nvPr/>
        </p:nvSpPr>
        <p:spPr>
          <a:xfrm>
            <a:off x="1275625" y="182325"/>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sp>
        <p:nvSpPr>
          <p:cNvPr id="174" name="Google Shape;174;p25"/>
          <p:cNvSpPr txBox="1"/>
          <p:nvPr/>
        </p:nvSpPr>
        <p:spPr>
          <a:xfrm>
            <a:off x="304800" y="30480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sp>
        <p:nvSpPr>
          <p:cNvPr id="175" name="Google Shape;175;p25"/>
          <p:cNvSpPr txBox="1"/>
          <p:nvPr/>
        </p:nvSpPr>
        <p:spPr>
          <a:xfrm>
            <a:off x="-3611550" y="-171250"/>
            <a:ext cx="3803100" cy="422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pic>
        <p:nvPicPr>
          <p:cNvPr id="176" name="Google Shape;176;p25"/>
          <p:cNvPicPr preferRelativeResize="0"/>
          <p:nvPr/>
        </p:nvPicPr>
        <p:blipFill>
          <a:blip r:embed="rId4">
            <a:alphaModFix/>
          </a:blip>
          <a:stretch>
            <a:fillRect/>
          </a:stretch>
        </p:blipFill>
        <p:spPr>
          <a:xfrm>
            <a:off x="1377700" y="1093850"/>
            <a:ext cx="6156475" cy="3746177"/>
          </a:xfrm>
          <a:prstGeom prst="rect">
            <a:avLst/>
          </a:prstGeom>
          <a:noFill/>
          <a:ln>
            <a:noFill/>
          </a:ln>
        </p:spPr>
      </p:pic>
      <p:sp>
        <p:nvSpPr>
          <p:cNvPr id="177" name="Google Shape;177;p25"/>
          <p:cNvSpPr txBox="1"/>
          <p:nvPr/>
        </p:nvSpPr>
        <p:spPr>
          <a:xfrm>
            <a:off x="-3989275" y="-171250"/>
            <a:ext cx="3979800" cy="430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Android mobile app</a:t>
            </a:r>
            <a:endParaRPr/>
          </a:p>
          <a:p>
            <a:pPr marL="0" lvl="0" indent="0" algn="l" rtl="0">
              <a:spcBef>
                <a:spcPts val="0"/>
              </a:spcBef>
              <a:spcAft>
                <a:spcPts val="0"/>
              </a:spcAft>
              <a:buNone/>
            </a:pPr>
            <a:endParaRPr/>
          </a:p>
        </p:txBody>
      </p:sp>
      <p:sp>
        <p:nvSpPr>
          <p:cNvPr id="183" name="Google Shape;183;p26"/>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a:p>
        </p:txBody>
      </p:sp>
      <p:sp>
        <p:nvSpPr>
          <p:cNvPr id="184" name="Google Shape;184;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17</a:t>
            </a:fld>
            <a:endParaRPr sz="2000" b="1"/>
          </a:p>
        </p:txBody>
      </p:sp>
      <p:pic>
        <p:nvPicPr>
          <p:cNvPr id="185" name="Google Shape;185;p26"/>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dist="19050" dir="5400000" algn="bl" rotWithShape="0">
              <a:srgbClr val="000000">
                <a:alpha val="50000"/>
              </a:srgbClr>
            </a:outerShdw>
          </a:effectLst>
        </p:spPr>
      </p:pic>
      <p:pic>
        <p:nvPicPr>
          <p:cNvPr id="186" name="Google Shape;186;p26"/>
          <p:cNvPicPr preferRelativeResize="0"/>
          <p:nvPr/>
        </p:nvPicPr>
        <p:blipFill>
          <a:blip r:embed="rId4">
            <a:alphaModFix/>
          </a:blip>
          <a:stretch>
            <a:fillRect/>
          </a:stretch>
        </p:blipFill>
        <p:spPr>
          <a:xfrm>
            <a:off x="1888650" y="960825"/>
            <a:ext cx="5168476" cy="40546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a:spLocks noGrp="1"/>
          </p:cNvSpPr>
          <p:nvPr>
            <p:ph type="title"/>
          </p:nvPr>
        </p:nvSpPr>
        <p:spPr>
          <a:xfrm>
            <a:off x="78550" y="0"/>
            <a:ext cx="21258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Gantt Chart</a:t>
            </a:r>
            <a:endParaRPr/>
          </a:p>
        </p:txBody>
      </p:sp>
      <p:sp>
        <p:nvSpPr>
          <p:cNvPr id="192" name="Google Shape;192;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18</a:t>
            </a:fld>
            <a:endParaRPr sz="2000" b="1"/>
          </a:p>
        </p:txBody>
      </p:sp>
      <p:pic>
        <p:nvPicPr>
          <p:cNvPr id="193" name="Google Shape;193;p27"/>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pic>
        <p:nvPicPr>
          <p:cNvPr id="194" name="Google Shape;194;p27"/>
          <p:cNvPicPr preferRelativeResize="0"/>
          <p:nvPr/>
        </p:nvPicPr>
        <p:blipFill>
          <a:blip r:embed="rId4">
            <a:alphaModFix/>
          </a:blip>
          <a:stretch>
            <a:fillRect/>
          </a:stretch>
        </p:blipFill>
        <p:spPr>
          <a:xfrm>
            <a:off x="1341825" y="590675"/>
            <a:ext cx="5967350" cy="1899175"/>
          </a:xfrm>
          <a:prstGeom prst="rect">
            <a:avLst/>
          </a:prstGeom>
          <a:noFill/>
          <a:ln>
            <a:noFill/>
          </a:ln>
        </p:spPr>
      </p:pic>
      <p:pic>
        <p:nvPicPr>
          <p:cNvPr id="195" name="Google Shape;195;p27"/>
          <p:cNvPicPr preferRelativeResize="0"/>
          <p:nvPr/>
        </p:nvPicPr>
        <p:blipFill>
          <a:blip r:embed="rId5">
            <a:alphaModFix/>
          </a:blip>
          <a:stretch>
            <a:fillRect/>
          </a:stretch>
        </p:blipFill>
        <p:spPr>
          <a:xfrm>
            <a:off x="1341825" y="2489850"/>
            <a:ext cx="5967351" cy="2116055"/>
          </a:xfrm>
          <a:prstGeom prst="rect">
            <a:avLst/>
          </a:prstGeom>
          <a:noFill/>
          <a:ln>
            <a:noFill/>
          </a:ln>
        </p:spPr>
      </p:pic>
      <p:pic>
        <p:nvPicPr>
          <p:cNvPr id="196" name="Google Shape;196;p27"/>
          <p:cNvPicPr preferRelativeResize="0"/>
          <p:nvPr/>
        </p:nvPicPr>
        <p:blipFill>
          <a:blip r:embed="rId6">
            <a:alphaModFix/>
          </a:blip>
          <a:stretch>
            <a:fillRect/>
          </a:stretch>
        </p:blipFill>
        <p:spPr>
          <a:xfrm>
            <a:off x="1341825" y="4605900"/>
            <a:ext cx="5967350" cy="393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8"/>
          <p:cNvSpPr txBox="1">
            <a:spLocks noGrp="1"/>
          </p:cNvSpPr>
          <p:nvPr>
            <p:ph type="title"/>
          </p:nvPr>
        </p:nvSpPr>
        <p:spPr>
          <a:xfrm>
            <a:off x="78550" y="0"/>
            <a:ext cx="21258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Gantt Chart</a:t>
            </a:r>
            <a:endParaRPr/>
          </a:p>
        </p:txBody>
      </p:sp>
      <p:sp>
        <p:nvSpPr>
          <p:cNvPr id="202" name="Google Shape;202;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19</a:t>
            </a:fld>
            <a:endParaRPr sz="2000" b="1"/>
          </a:p>
        </p:txBody>
      </p:sp>
      <p:pic>
        <p:nvPicPr>
          <p:cNvPr id="203" name="Google Shape;203;p28"/>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pic>
        <p:nvPicPr>
          <p:cNvPr id="204" name="Google Shape;204;p28"/>
          <p:cNvPicPr preferRelativeResize="0"/>
          <p:nvPr/>
        </p:nvPicPr>
        <p:blipFill>
          <a:blip r:embed="rId4">
            <a:alphaModFix/>
          </a:blip>
          <a:stretch>
            <a:fillRect/>
          </a:stretch>
        </p:blipFill>
        <p:spPr>
          <a:xfrm>
            <a:off x="411975" y="1116800"/>
            <a:ext cx="8320051" cy="2564648"/>
          </a:xfrm>
          <a:prstGeom prst="rect">
            <a:avLst/>
          </a:prstGeom>
          <a:noFill/>
          <a:ln>
            <a:noFill/>
          </a:ln>
        </p:spPr>
      </p:pic>
      <p:pic>
        <p:nvPicPr>
          <p:cNvPr id="205" name="Google Shape;205;p28"/>
          <p:cNvPicPr preferRelativeResize="0"/>
          <p:nvPr/>
        </p:nvPicPr>
        <p:blipFill>
          <a:blip r:embed="rId5">
            <a:alphaModFix/>
          </a:blip>
          <a:stretch>
            <a:fillRect/>
          </a:stretch>
        </p:blipFill>
        <p:spPr>
          <a:xfrm>
            <a:off x="411975" y="3681450"/>
            <a:ext cx="8320051" cy="676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9"/>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Expectations</a:t>
            </a:r>
            <a:endParaRPr/>
          </a:p>
        </p:txBody>
      </p:sp>
      <p:sp>
        <p:nvSpPr>
          <p:cNvPr id="211" name="Google Shape;211;p29"/>
          <p:cNvSpPr txBox="1">
            <a:spLocks noGrp="1"/>
          </p:cNvSpPr>
          <p:nvPr>
            <p:ph type="body" idx="1"/>
          </p:nvPr>
        </p:nvSpPr>
        <p:spPr>
          <a:xfrm>
            <a:off x="877825" y="1482575"/>
            <a:ext cx="7544700" cy="334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100"/>
              <a:t>For this project our expectations are:</a:t>
            </a:r>
            <a:endParaRPr sz="2100"/>
          </a:p>
          <a:p>
            <a:pPr marL="539750" lvl="0" indent="-343535" algn="l" rtl="0">
              <a:lnSpc>
                <a:spcPct val="150000"/>
              </a:lnSpc>
              <a:spcBef>
                <a:spcPts val="1200"/>
              </a:spcBef>
              <a:spcAft>
                <a:spcPts val="0"/>
              </a:spcAft>
              <a:buSzPct val="100000"/>
              <a:buChar char="●"/>
            </a:pPr>
            <a:r>
              <a:rPr lang="en-GB" sz="2100"/>
              <a:t>Understanding how to work in teams</a:t>
            </a:r>
            <a:endParaRPr sz="2100"/>
          </a:p>
          <a:p>
            <a:pPr marL="539750" indent="-343535">
              <a:lnSpc>
                <a:spcPct val="150000"/>
              </a:lnSpc>
              <a:buSzPct val="100000"/>
            </a:pPr>
            <a:r>
              <a:rPr lang="en-GB" sz="2100"/>
              <a:t>Learning about several technologies </a:t>
            </a:r>
            <a:endParaRPr sz="2133"/>
          </a:p>
          <a:p>
            <a:pPr marL="539750" indent="-343535">
              <a:lnSpc>
                <a:spcPct val="150000"/>
              </a:lnSpc>
              <a:buSzPct val="100000"/>
            </a:pPr>
            <a:r>
              <a:rPr lang="en-GB" sz="2100"/>
              <a:t>Delivering an almost fully prototype implementing complex features </a:t>
            </a:r>
          </a:p>
          <a:p>
            <a:pPr marL="539750" indent="-343535">
              <a:lnSpc>
                <a:spcPct val="150000"/>
              </a:lnSpc>
              <a:buSzPct val="100000"/>
            </a:pPr>
            <a:r>
              <a:rPr lang="en-GB" sz="2100"/>
              <a:t>Make new friends!</a:t>
            </a:r>
            <a:endParaRPr sz="2100"/>
          </a:p>
          <a:p>
            <a:pPr marL="0" lvl="0" indent="0" algn="ctr" rtl="0">
              <a:spcBef>
                <a:spcPts val="1200"/>
              </a:spcBef>
              <a:spcAft>
                <a:spcPts val="0"/>
              </a:spcAft>
              <a:buNone/>
            </a:pPr>
            <a:endParaRPr sz="3300"/>
          </a:p>
          <a:p>
            <a:pPr marL="457200" lvl="0" indent="0" algn="l" rtl="0">
              <a:spcBef>
                <a:spcPts val="1200"/>
              </a:spcBef>
              <a:spcAft>
                <a:spcPts val="1200"/>
              </a:spcAft>
              <a:buNone/>
            </a:pPr>
            <a:endParaRPr/>
          </a:p>
        </p:txBody>
      </p:sp>
      <p:sp>
        <p:nvSpPr>
          <p:cNvPr id="212" name="Google Shape;212;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20</a:t>
            </a:fld>
            <a:endParaRPr sz="2000" b="1"/>
          </a:p>
        </p:txBody>
      </p:sp>
      <p:pic>
        <p:nvPicPr>
          <p:cNvPr id="213" name="Google Shape;213;p29"/>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0"/>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Prototype</a:t>
            </a:r>
            <a:endParaRPr/>
          </a:p>
        </p:txBody>
      </p:sp>
      <p:sp>
        <p:nvSpPr>
          <p:cNvPr id="219" name="Google Shape;219;p30"/>
          <p:cNvSpPr txBox="1">
            <a:spLocks noGrp="1"/>
          </p:cNvSpPr>
          <p:nvPr>
            <p:ph type="body" idx="1"/>
          </p:nvPr>
        </p:nvSpPr>
        <p:spPr>
          <a:xfrm>
            <a:off x="2731321" y="2438593"/>
            <a:ext cx="4906500" cy="683100"/>
          </a:xfrm>
          <a:prstGeom prst="rect">
            <a:avLst/>
          </a:prstGeom>
        </p:spPr>
        <p:txBody>
          <a:bodyPr spcFirstLastPara="1" wrap="square" lIns="91425" tIns="91425" rIns="91425" bIns="91425" anchor="t" anchorCtr="0">
            <a:noAutofit/>
          </a:bodyPr>
          <a:lstStyle/>
          <a:p>
            <a:pPr>
              <a:lnSpc>
                <a:spcPct val="114999"/>
              </a:lnSpc>
              <a:buNone/>
            </a:pPr>
            <a:r>
              <a:rPr lang="en-GB" sz="2400">
                <a:solidFill>
                  <a:srgbClr val="000000"/>
                </a:solidFill>
              </a:rPr>
              <a:t>http://38.242.233.110/</a:t>
            </a:r>
            <a:endParaRPr lang="en-US" sz="2400"/>
          </a:p>
          <a:p>
            <a:pPr marL="539750" lvl="0" indent="0" algn="l">
              <a:lnSpc>
                <a:spcPct val="150000"/>
              </a:lnSpc>
              <a:spcBef>
                <a:spcPts val="0"/>
              </a:spcBef>
              <a:spcAft>
                <a:spcPts val="0"/>
              </a:spcAft>
              <a:buNone/>
            </a:pPr>
            <a:endParaRPr sz="2100"/>
          </a:p>
          <a:p>
            <a:pPr marL="0" lvl="0" indent="0" algn="ctr" rtl="0">
              <a:spcAft>
                <a:spcPts val="0"/>
              </a:spcAft>
              <a:buNone/>
            </a:pPr>
            <a:endParaRPr sz="3300"/>
          </a:p>
          <a:p>
            <a:pPr marL="457200" lvl="0" indent="0" algn="l" rtl="0">
              <a:spcBef>
                <a:spcPts val="1200"/>
              </a:spcBef>
              <a:spcAft>
                <a:spcPts val="1200"/>
              </a:spcAft>
              <a:buNone/>
            </a:pPr>
            <a:endParaRPr/>
          </a:p>
        </p:txBody>
      </p:sp>
      <p:sp>
        <p:nvSpPr>
          <p:cNvPr id="220" name="Google Shape;22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21</a:t>
            </a:fld>
            <a:endParaRPr sz="2000" b="1"/>
          </a:p>
        </p:txBody>
      </p:sp>
      <p:pic>
        <p:nvPicPr>
          <p:cNvPr id="221" name="Google Shape;221;p30"/>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Conclusion</a:t>
            </a:r>
            <a:endParaRPr/>
          </a:p>
        </p:txBody>
      </p:sp>
      <p:sp>
        <p:nvSpPr>
          <p:cNvPr id="227" name="Google Shape;227;p31"/>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a:p>
            <a:pPr marL="0" lvl="0" indent="0" algn="ctr" rtl="0">
              <a:spcBef>
                <a:spcPts val="1200"/>
              </a:spcBef>
              <a:spcAft>
                <a:spcPts val="0"/>
              </a:spcAft>
              <a:buNone/>
            </a:pPr>
            <a:r>
              <a:rPr lang="en-GB"/>
              <a:t>We would like to thank all of you for your hospitality and for participating at our presentation</a:t>
            </a:r>
            <a:endParaRPr/>
          </a:p>
          <a:p>
            <a:pPr marL="0" lvl="0" indent="0" algn="l" rtl="0">
              <a:spcBef>
                <a:spcPts val="1200"/>
              </a:spcBef>
              <a:spcAft>
                <a:spcPts val="0"/>
              </a:spcAft>
              <a:buNone/>
            </a:pPr>
            <a:endParaRPr sz="4300"/>
          </a:p>
          <a:p>
            <a:pPr marL="2286000" lvl="0" indent="457200" algn="l" rtl="0">
              <a:spcBef>
                <a:spcPts val="1200"/>
              </a:spcBef>
              <a:spcAft>
                <a:spcPts val="1200"/>
              </a:spcAft>
              <a:buNone/>
            </a:pPr>
            <a:r>
              <a:rPr lang="en-GB" sz="3300"/>
              <a:t>QUESTIONS??</a:t>
            </a:r>
            <a:endParaRPr/>
          </a:p>
        </p:txBody>
      </p:sp>
      <p:sp>
        <p:nvSpPr>
          <p:cNvPr id="228" name="Google Shape;22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sz="2000" b="1"/>
              <a:t>22</a:t>
            </a:fld>
            <a:endParaRPr sz="2000" b="1"/>
          </a:p>
        </p:txBody>
      </p:sp>
      <p:pic>
        <p:nvPicPr>
          <p:cNvPr id="229" name="Google Shape;229;p31"/>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theme/theme1.xml><?xml version="1.0" encoding="utf-8"?>
<a:theme xmlns:a="http://schemas.openxmlformats.org/drawingml/2006/main"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5EE9DDCD58C8B4C9D31B1D02FAFF520" ma:contentTypeVersion="9" ma:contentTypeDescription="Een nieuw document maken." ma:contentTypeScope="" ma:versionID="b72ff46603e6052c7f9caa85141fccf2">
  <xsd:schema xmlns:xsd="http://www.w3.org/2001/XMLSchema" xmlns:xs="http://www.w3.org/2001/XMLSchema" xmlns:p="http://schemas.microsoft.com/office/2006/metadata/properties" xmlns:ns2="84b6a628-470e-430a-9750-99dd65082d4c" targetNamespace="http://schemas.microsoft.com/office/2006/metadata/properties" ma:root="true" ma:fieldsID="6159a17a2d03d7c388414b3584fc1dd8" ns2:_="">
    <xsd:import namespace="84b6a628-470e-430a-9750-99dd65082d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b6a628-470e-430a-9750-99dd65082d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9AA6717-AFC0-4311-9FA7-D79D3F814B3B}">
  <ds:schemaRefs>
    <ds:schemaRef ds:uri="84b6a628-470e-430a-9750-99dd65082d4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12BD17F-A9A2-4FC8-8CF7-573F6D36B952}">
  <ds:schemaRefs>
    <ds:schemaRef ds:uri="http://schemas.microsoft.com/sharepoint/v3/contenttype/forms"/>
  </ds:schemaRefs>
</ds:datastoreItem>
</file>

<file path=customXml/itemProps3.xml><?xml version="1.0" encoding="utf-8"?>
<ds:datastoreItem xmlns:ds="http://schemas.openxmlformats.org/officeDocument/2006/customXml" ds:itemID="{D3FBE9FB-7A37-413F-91A6-34B0559A808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Beach Day</vt:lpstr>
      <vt:lpstr>W / Friends</vt:lpstr>
      <vt:lpstr>PowerPoint Presentation</vt:lpstr>
      <vt:lpstr>Netherlands Project </vt:lpstr>
      <vt:lpstr>Front-end Style </vt:lpstr>
      <vt:lpstr>Front-end Style </vt:lpstr>
      <vt:lpstr>Traffic Monitoring </vt:lpstr>
      <vt:lpstr>Server </vt:lpstr>
      <vt:lpstr>Database</vt:lpstr>
      <vt:lpstr>Head of back-end </vt:lpstr>
      <vt:lpstr>Head of back-end </vt:lpstr>
      <vt:lpstr>Head of back-end </vt:lpstr>
      <vt:lpstr>Head of back-end </vt:lpstr>
      <vt:lpstr>Security </vt:lpstr>
      <vt:lpstr>Security </vt:lpstr>
      <vt:lpstr>Security </vt:lpstr>
      <vt:lpstr>Security </vt:lpstr>
      <vt:lpstr>Android mobile app </vt:lpstr>
      <vt:lpstr>Gantt Chart</vt:lpstr>
      <vt:lpstr>Gantt Chart</vt:lpstr>
      <vt:lpstr>Expectations</vt:lpstr>
      <vt:lpstr>Prototype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 / Friends</dc:title>
  <cp:revision>1</cp:revision>
  <dcterms:modified xsi:type="dcterms:W3CDTF">2022-04-08T13:26:16Z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0x01010065EE9DDCD58C8B4C9D31B1D02FAFF520</vt:lpwstr>
  </property>
</Properties>
</file>