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</p:sldMasterIdLst>
  <p:sldIdLst>
    <p:sldId id="258" r:id="rId5"/>
    <p:sldId id="257" r:id="rId6"/>
    <p:sldId id="260" r:id="rId7"/>
    <p:sldId id="259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B612AA-A3C7-49CE-B730-394B8E69E0DE}" v="6" dt="2022-04-08T12:07:21.7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67" autoAdjust="0"/>
    <p:restoredTop sz="94660"/>
  </p:normalViewPr>
  <p:slideViewPr>
    <p:cSldViewPr snapToGrid="0">
      <p:cViewPr varScale="1">
        <p:scale>
          <a:sx n="77" d="100"/>
          <a:sy n="77" d="100"/>
        </p:scale>
        <p:origin x="4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10785897" userId="S::10785897_cityplym.ac.uk#ext#@mborijnland.onmicrosoft.com::0263dd9a-0b1a-4f6d-b644-da29a4f83508" providerId="AD" clId="Web-{66B612AA-A3C7-49CE-B730-394B8E69E0DE}"/>
    <pc:docChg chg="modSld">
      <pc:chgData name="10785897" userId="S::10785897_cityplym.ac.uk#ext#@mborijnland.onmicrosoft.com::0263dd9a-0b1a-4f6d-b644-da29a4f83508" providerId="AD" clId="Web-{66B612AA-A3C7-49CE-B730-394B8E69E0DE}" dt="2022-04-08T12:07:21.773" v="4" actId="1076"/>
      <pc:docMkLst>
        <pc:docMk/>
      </pc:docMkLst>
      <pc:sldChg chg="addSp delSp modSp">
        <pc:chgData name="10785897" userId="S::10785897_cityplym.ac.uk#ext#@mborijnland.onmicrosoft.com::0263dd9a-0b1a-4f6d-b644-da29a4f83508" providerId="AD" clId="Web-{66B612AA-A3C7-49CE-B730-394B8E69E0DE}" dt="2022-04-08T12:07:21.773" v="4" actId="1076"/>
        <pc:sldMkLst>
          <pc:docMk/>
          <pc:sldMk cId="1313710822" sldId="259"/>
        </pc:sldMkLst>
        <pc:picChg chg="add mod">
          <ac:chgData name="10785897" userId="S::10785897_cityplym.ac.uk#ext#@mborijnland.onmicrosoft.com::0263dd9a-0b1a-4f6d-b644-da29a4f83508" providerId="AD" clId="Web-{66B612AA-A3C7-49CE-B730-394B8E69E0DE}" dt="2022-04-08T12:07:21.773" v="4" actId="1076"/>
          <ac:picMkLst>
            <pc:docMk/>
            <pc:sldMk cId="1313710822" sldId="259"/>
            <ac:picMk id="2" creationId="{FF247AD7-64B3-A44D-72FB-116D01497376}"/>
          </ac:picMkLst>
        </pc:picChg>
        <pc:picChg chg="del">
          <ac:chgData name="10785897" userId="S::10785897_cityplym.ac.uk#ext#@mborijnland.onmicrosoft.com::0263dd9a-0b1a-4f6d-b644-da29a4f83508" providerId="AD" clId="Web-{66B612AA-A3C7-49CE-B730-394B8E69E0DE}" dt="2022-04-08T12:07:11.788" v="2"/>
          <ac:picMkLst>
            <pc:docMk/>
            <pc:sldMk cId="1313710822" sldId="259"/>
            <ac:picMk id="9" creationId="{9210D530-8272-463A-8EDE-A68AA99786E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4A63-96D2-43B4-BBFE-FD405432B1CD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0BB-5607-444C-B078-98C347976C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8521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4A63-96D2-43B4-BBFE-FD405432B1CD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0BB-5607-444C-B078-98C347976C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419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4A63-96D2-43B4-BBFE-FD405432B1CD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0BB-5607-444C-B078-98C347976C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987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4A63-96D2-43B4-BBFE-FD405432B1CD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0BB-5607-444C-B078-98C347976C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9884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4A63-96D2-43B4-BBFE-FD405432B1CD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0BB-5607-444C-B078-98C347976C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180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4A63-96D2-43B4-BBFE-FD405432B1CD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0BB-5607-444C-B078-98C347976C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17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4A63-96D2-43B4-BBFE-FD405432B1CD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0BB-5607-444C-B078-98C347976C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7918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4A63-96D2-43B4-BBFE-FD405432B1CD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0BB-5607-444C-B078-98C347976C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6709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6694A63-96D2-43B4-BBFE-FD405432B1CD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CE0400BB-5607-444C-B078-98C347976C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7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4A63-96D2-43B4-BBFE-FD405432B1CD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0BB-5607-444C-B078-98C347976C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300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4A63-96D2-43B4-BBFE-FD405432B1CD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0BB-5607-444C-B078-98C347976C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2493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4A63-96D2-43B4-BBFE-FD405432B1CD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0BB-5607-444C-B078-98C347976C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439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4A63-96D2-43B4-BBFE-FD405432B1CD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0BB-5607-444C-B078-98C347976C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8664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4A63-96D2-43B4-BBFE-FD405432B1CD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0BB-5607-444C-B078-98C347976C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107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6694A63-96D2-43B4-BBFE-FD405432B1CD}" type="datetimeFigureOut">
              <a:rPr lang="en-GB" smtClean="0"/>
              <a:t>08/04/2022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CE0400BB-5607-444C-B078-98C347976C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312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1DEA61-D9C4-4178-B10F-9EF73A7B0F25}"/>
              </a:ext>
            </a:extLst>
          </p:cNvPr>
          <p:cNvSpPr txBox="1"/>
          <p:nvPr/>
        </p:nvSpPr>
        <p:spPr>
          <a:xfrm>
            <a:off x="3543057" y="2967335"/>
            <a:ext cx="51058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b="1" dirty="0"/>
              <a:t>Cyber Security</a:t>
            </a:r>
          </a:p>
        </p:txBody>
      </p:sp>
    </p:spTree>
    <p:extLst>
      <p:ext uri="{BB962C8B-B14F-4D97-AF65-F5344CB8AC3E}">
        <p14:creationId xmlns:p14="http://schemas.microsoft.com/office/powerpoint/2010/main" val="171178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8037CDE-CF26-4155-B305-E138DCD72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0" y="299892"/>
            <a:ext cx="8559483" cy="5377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E30132-A26B-4510-BB98-655D4C71F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751" y="3657600"/>
            <a:ext cx="6683129" cy="290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658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513155-5BD1-4E8B-BCC7-9D1159F747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16" t="4119" r="7692" b="4060"/>
          <a:stretch/>
        </p:blipFill>
        <p:spPr>
          <a:xfrm>
            <a:off x="449349" y="706120"/>
            <a:ext cx="5130800" cy="5445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7D7AD8-E900-4157-8A64-3CA3D2876A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34" t="3892" r="8375" b="3892"/>
          <a:stretch/>
        </p:blipFill>
        <p:spPr>
          <a:xfrm>
            <a:off x="6512101" y="706120"/>
            <a:ext cx="5130801" cy="544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369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631849-C726-4F99-A7BF-A9D9FA261A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32" t="3637" r="7733" b="3757"/>
          <a:stretch/>
        </p:blipFill>
        <p:spPr>
          <a:xfrm>
            <a:off x="772160" y="253538"/>
            <a:ext cx="4314306" cy="6350923"/>
          </a:xfrm>
          <a:prstGeom prst="rect">
            <a:avLst/>
          </a:prstGeom>
        </p:spPr>
      </p:pic>
      <p:pic>
        <p:nvPicPr>
          <p:cNvPr id="2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FF247AD7-64B3-A44D-72FB-116D01497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558" y="1573613"/>
            <a:ext cx="5964989" cy="371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710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3C9FA5-8218-454D-B523-CF868B2447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33" t="3879" r="8619" b="3637"/>
          <a:stretch/>
        </p:blipFill>
        <p:spPr>
          <a:xfrm>
            <a:off x="822959" y="257694"/>
            <a:ext cx="4721629" cy="63426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ECD578-8615-4AF7-8529-1EA1BE49F4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428" t="5428" r="8219" b="6405"/>
          <a:stretch/>
        </p:blipFill>
        <p:spPr>
          <a:xfrm>
            <a:off x="6277277" y="1475071"/>
            <a:ext cx="5091764" cy="39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011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EE9DDCD58C8B4C9D31B1D02FAFF520" ma:contentTypeVersion="9" ma:contentTypeDescription="Een nieuw document maken." ma:contentTypeScope="" ma:versionID="b72ff46603e6052c7f9caa85141fccf2">
  <xsd:schema xmlns:xsd="http://www.w3.org/2001/XMLSchema" xmlns:xs="http://www.w3.org/2001/XMLSchema" xmlns:p="http://schemas.microsoft.com/office/2006/metadata/properties" xmlns:ns2="84b6a628-470e-430a-9750-99dd65082d4c" targetNamespace="http://schemas.microsoft.com/office/2006/metadata/properties" ma:root="true" ma:fieldsID="6159a17a2d03d7c388414b3584fc1dd8" ns2:_="">
    <xsd:import namespace="84b6a628-470e-430a-9750-99dd65082d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b6a628-470e-430a-9750-99dd65082d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BCB299-0198-41D9-A5E7-CF959E9C175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771D76-27B0-46D2-B7B5-8CAC29207D8B}"/>
</file>

<file path=customXml/itemProps3.xml><?xml version="1.0" encoding="utf-8"?>
<ds:datastoreItem xmlns:ds="http://schemas.openxmlformats.org/officeDocument/2006/customXml" ds:itemID="{60AA0FEB-DBB2-41ED-B2DE-5542EC6A55E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95</TotalTime>
  <Words>2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Quotable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Spinks</dc:creator>
  <cp:lastModifiedBy>Michael Spinks</cp:lastModifiedBy>
  <cp:revision>6</cp:revision>
  <dcterms:created xsi:type="dcterms:W3CDTF">2022-04-08T09:01:03Z</dcterms:created>
  <dcterms:modified xsi:type="dcterms:W3CDTF">2022-04-08T12:07:22Z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0x01010065EE9DDCD58C8B4C9D31B1D02FAFF520</vt:lpwstr>
  </property>
</Properties>
</file>